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4"/>
  </p:notesMasterIdLst>
  <p:handoutMasterIdLst>
    <p:handoutMasterId r:id="rId14"/>
  </p:handoutMasterIdLst>
  <p:sldIdLst>
    <p:sldId id="338" r:id="rId6"/>
    <p:sldId id="307" r:id="rId5"/>
    <p:sldId id="317" r:id="rId8"/>
    <p:sldId id="342" r:id="rId22"/>
    <p:sldId id="336" r:id="rId9"/>
    <p:sldId id="312" r:id="rId7"/>
    <p:sldId id="340" r:id="rId10"/>
    <p:sldId id="341" r:id="rId21"/>
  </p:sldIdLst>
  <p:sldSz cx="12192000" cy="6858000"/>
  <p:notesSz cx="6858000" cy="9144000"/>
  <p:defaultTextStyle>
    <a:defPPr rtl="0">
      <a:defRPr lang="zh-CN"/>
    </a:defPPr>
    <a:lvl1pPr marL="0" algn="l" defTabSz="914400" rtl="0" eaLnBrk="1" latinLnBrk="0" hangingPunct="1">
      <a:defRPr lang="zh-CN" sz="1800" kern="1200">
        <a:solidFill>
          <a:schemeClr val="tx1"/>
        </a:solidFill>
        <a:latin typeface="+mn-lt"/>
        <a:ea typeface="+mn-ea"/>
        <a:cs typeface="+mn-cs"/>
      </a:defRPr>
    </a:lvl1pPr>
    <a:lvl2pPr marL="457200" algn="l" defTabSz="914400" rtl="0" eaLnBrk="1" latinLnBrk="0" hangingPunct="1">
      <a:defRPr lang="zh-CN" sz="1800" kern="1200">
        <a:solidFill>
          <a:schemeClr val="tx1"/>
        </a:solidFill>
        <a:latin typeface="+mn-lt"/>
        <a:ea typeface="+mn-ea"/>
        <a:cs typeface="+mn-cs"/>
      </a:defRPr>
    </a:lvl2pPr>
    <a:lvl3pPr marL="914400" algn="l" defTabSz="914400" rtl="0" eaLnBrk="1" latinLnBrk="0" hangingPunct="1">
      <a:defRPr lang="zh-CN" sz="1800" kern="1200">
        <a:solidFill>
          <a:schemeClr val="tx1"/>
        </a:solidFill>
        <a:latin typeface="+mn-lt"/>
        <a:ea typeface="+mn-ea"/>
        <a:cs typeface="+mn-cs"/>
      </a:defRPr>
    </a:lvl3pPr>
    <a:lvl4pPr marL="1371600" algn="l" defTabSz="914400" rtl="0" eaLnBrk="1" latinLnBrk="0" hangingPunct="1">
      <a:defRPr lang="zh-CN" sz="1800" kern="1200">
        <a:solidFill>
          <a:schemeClr val="tx1"/>
        </a:solidFill>
        <a:latin typeface="+mn-lt"/>
        <a:ea typeface="+mn-ea"/>
        <a:cs typeface="+mn-cs"/>
      </a:defRPr>
    </a:lvl4pPr>
    <a:lvl5pPr marL="1828800" algn="l" defTabSz="914400" rtl="0" eaLnBrk="1" latinLnBrk="0" hangingPunct="1">
      <a:defRPr lang="zh-CN" sz="1800" kern="1200">
        <a:solidFill>
          <a:schemeClr val="tx1"/>
        </a:solidFill>
        <a:latin typeface="+mn-lt"/>
        <a:ea typeface="+mn-ea"/>
        <a:cs typeface="+mn-cs"/>
      </a:defRPr>
    </a:lvl5pPr>
    <a:lvl6pPr marL="2286000" algn="l" defTabSz="914400" rtl="0" eaLnBrk="1" latinLnBrk="0" hangingPunct="1">
      <a:defRPr lang="zh-CN" sz="1800" kern="1200">
        <a:solidFill>
          <a:schemeClr val="tx1"/>
        </a:solidFill>
        <a:latin typeface="+mn-lt"/>
        <a:ea typeface="+mn-ea"/>
        <a:cs typeface="+mn-cs"/>
      </a:defRPr>
    </a:lvl6pPr>
    <a:lvl7pPr marL="2743200" algn="l" defTabSz="914400" rtl="0" eaLnBrk="1" latinLnBrk="0" hangingPunct="1">
      <a:defRPr lang="zh-CN" sz="1800" kern="1200">
        <a:solidFill>
          <a:schemeClr val="tx1"/>
        </a:solidFill>
        <a:latin typeface="+mn-lt"/>
        <a:ea typeface="+mn-ea"/>
        <a:cs typeface="+mn-cs"/>
      </a:defRPr>
    </a:lvl7pPr>
    <a:lvl8pPr marL="3200400" algn="l" defTabSz="914400" rtl="0" eaLnBrk="1" latinLnBrk="0" hangingPunct="1">
      <a:defRPr lang="zh-CN" sz="1800" kern="1200">
        <a:solidFill>
          <a:schemeClr val="tx1"/>
        </a:solidFill>
        <a:latin typeface="+mn-lt"/>
        <a:ea typeface="+mn-ea"/>
        <a:cs typeface="+mn-cs"/>
      </a:defRPr>
    </a:lvl8pPr>
    <a:lvl9pPr marL="3657600" algn="l" defTabSz="914400" rtl="0" eaLnBrk="1" latinLnBrk="0" hangingPunct="1">
      <a:defRPr lang="zh-CN"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F5AB1C69-6EDB-4FF4-983F-18BD219EF322}">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1" autoAdjust="0"/>
    <p:restoredTop sz="95394" autoAdjust="0"/>
  </p:normalViewPr>
  <p:slideViewPr>
    <p:cSldViewPr snapToGrid="0">
      <p:cViewPr varScale="1">
        <p:scale>
          <a:sx n="70" d="100"/>
          <a:sy n="70" d="100"/>
        </p:scale>
        <p:origin x="132" y="33"/>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80" d="100"/>
        <a:sy n="80" d="100"/>
      </p:scale>
      <p:origin x="0" y="-2069"/>
    </p:cViewPr>
  </p:sorterViewPr>
  <p:notesViewPr>
    <p:cSldViewPr snapToGrid="0">
      <p:cViewPr varScale="1">
        <p:scale>
          <a:sx n="82" d="100"/>
          <a:sy n="82" d="100"/>
        </p:scale>
        <p:origin x="3942" y="10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1.xml"/><Relationship Id="rId7" Type="http://schemas.openxmlformats.org/officeDocument/2006/relationships/slide" Target="slides/slide6.xml"/><Relationship Id="rId8" Type="http://schemas.openxmlformats.org/officeDocument/2006/relationships/slide" Target="slides/slide3.xml"/><Relationship Id="rId9" Type="http://schemas.openxmlformats.org/officeDocument/2006/relationships/slide" Target="slides/slide5.xml"/><Relationship Id="rId10" Type="http://schemas.openxmlformats.org/officeDocument/2006/relationships/slide" Target="slides/slide7.xml"/><Relationship Id="rId14" Type="http://schemas.openxmlformats.org/officeDocument/2006/relationships/handoutMaster" Target="handoutMasters/handout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ableStyles" Target="tableStyles.xml"/><Relationship Id="rId18" Type="http://schemas.openxmlformats.org/officeDocument/2006/relationships/customXml" Target="../customXml/item1.xml"/><Relationship Id="rId19" Type="http://schemas.openxmlformats.org/officeDocument/2006/relationships/customXml" Target="../customXml/item2.xml"/><Relationship Id="rId20" Type="http://schemas.openxmlformats.org/officeDocument/2006/relationships/customXml" Target="../customXml/item3.xml"/><Relationship Id="rId21" Type="http://schemas.openxmlformats.org/officeDocument/2006/relationships/slide" Target="slides/slide8.xml"/><Relationship Id="rId22"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zh-CN" sz="1200"/>
            </a:lvl1pPr>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zh-CN" sz="1200"/>
            </a:lvl1pPr>
          </a:lstStyle>
          <a:p>
            <a:pPr rtl="0"/>
            <a:fld id="{F7AE3A0C-90E8-45B9-A944-5081622638CC}" type="datetime1">
              <a:rPr lang="zh-CN" altLang="en-US" smtClean="0">
                <a:latin typeface="Microsoft YaHei UI" panose="020B0503020204020204" pitchFamily="34" charset="-122"/>
                <a:ea typeface="Microsoft YaHei UI" panose="020B0503020204020204" pitchFamily="34" charset="-122"/>
              </a:rPr>
            </a:fld>
            <a:endParaRPr lang="zh-CN" altLang="en-US" dirty="0">
              <a:latin typeface="Microsoft YaHei UI" panose="020B0503020204020204" pitchFamily="34" charset="-122"/>
              <a:ea typeface="Microsoft YaHei UI"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zh-CN" sz="1200"/>
            </a:lvl1pPr>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zh-CN" sz="1200"/>
            </a:lvl1pPr>
          </a:lstStyle>
          <a:p>
            <a:pPr rtl="0"/>
            <a:fld id="{4C0A24AC-02A6-46A1-A072-EAC8AC25DCA5}" type="slidenum">
              <a:rPr lang="en-US" altLang="zh-CN" smtClean="0">
                <a:latin typeface="Microsoft YaHei UI" panose="020B0503020204020204" pitchFamily="34" charset="-122"/>
                <a:ea typeface="Microsoft YaHei UI" panose="020B0503020204020204" pitchFamily="34" charset="-122"/>
              </a:rPr>
            </a:fld>
            <a:endParaRPr lang="zh-CN" altLang="en-US" dirty="0">
              <a:latin typeface="Microsoft YaHei UI" panose="020B0503020204020204" pitchFamily="34" charset="-122"/>
              <a:ea typeface="Microsoft YaHei UI" panose="020B0503020204020204"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zh-CN" sz="1200">
                <a:latin typeface="Microsoft YaHei UI" panose="020B0503020204020204" pitchFamily="34" charset="-122"/>
                <a:ea typeface="Microsoft YaHei UI" panose="020B0503020204020204" pitchFamily="34" charset="-122"/>
              </a:defRPr>
            </a:lvl1pPr>
          </a:lstStyle>
          <a:p>
            <a:endParaRPr lang="zh-CN" altLang="en-US" noProof="0" dirty="0">
              <a:latin typeface="Microsoft YaHei UI" panose="020B0503020204020204" pitchFamily="34" charset="-122"/>
              <a:ea typeface="Microsoft YaHei UI" panose="020B0503020204020204" pitchFamily="34" charset="-122"/>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zh-CN" sz="1200">
                <a:latin typeface="Microsoft YaHei UI" panose="020B0503020204020204" pitchFamily="34" charset="-122"/>
                <a:ea typeface="Microsoft YaHei UI" panose="020B0503020204020204" pitchFamily="34" charset="-122"/>
              </a:defRPr>
            </a:lvl1pPr>
          </a:lstStyle>
          <a:p>
            <a:fld id="{B2273FAD-02EE-488A-9164-5C2A04B35867}" type="datetime1">
              <a:rPr lang="en-US" altLang="zh-CN"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zh-CN"/>
            </a:defPPr>
          </a:lstStyle>
          <a:p>
            <a:pPr rtl="0"/>
            <a:endParaRPr lang="zh-CN" altLang="en-US" noProof="0"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zh-CN"/>
            </a:defPPr>
          </a:lstStyle>
          <a:p>
            <a:pPr lvl="0" rtl="0"/>
            <a:r>
              <a:rPr lang="zh-CN" altLang="en-US" noProof="0" dirty="0"/>
              <a:t>单击此处编辑母版文本样式</a:t>
            </a:r>
            <a:endParaRPr lang="zh-CN" altLang="en-US" noProof="0" dirty="0"/>
          </a:p>
          <a:p>
            <a:pPr lvl="1" rtl="0"/>
            <a:r>
              <a:rPr lang="zh-CN" altLang="en-US" noProof="0" dirty="0"/>
              <a:t>第二级</a:t>
            </a:r>
            <a:endParaRPr lang="zh-CN" altLang="en-US" noProof="0" dirty="0"/>
          </a:p>
          <a:p>
            <a:pPr lvl="2" rtl="0"/>
            <a:r>
              <a:rPr lang="zh-CN" altLang="en-US" noProof="0" dirty="0"/>
              <a:t>第三级</a:t>
            </a:r>
            <a:endParaRPr lang="zh-CN" altLang="en-US" noProof="0" dirty="0"/>
          </a:p>
          <a:p>
            <a:pPr lvl="3" rtl="0"/>
            <a:r>
              <a:rPr lang="zh-CN" altLang="en-US" noProof="0" dirty="0"/>
              <a:t>第四级</a:t>
            </a:r>
            <a:endParaRPr lang="zh-CN" altLang="en-US" noProof="0" dirty="0"/>
          </a:p>
          <a:p>
            <a:pPr lvl="4" rtl="0"/>
            <a:r>
              <a:rPr lang="zh-CN" altLang="en-US" noProof="0" dirty="0"/>
              <a:t>第五级</a:t>
            </a:r>
            <a:endParaRPr lang="zh-CN" altLang="en-US" noProof="0"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zh-CN" sz="1200">
                <a:latin typeface="Microsoft YaHei UI" panose="020B0503020204020204" pitchFamily="34" charset="-122"/>
                <a:ea typeface="Microsoft YaHei UI" panose="020B0503020204020204" pitchFamily="34" charset="-122"/>
              </a:defRPr>
            </a:lvl1pPr>
          </a:lstStyle>
          <a:p>
            <a:endParaRPr lang="zh-CN" altLang="en-US" noProof="0" dirty="0">
              <a:latin typeface="Microsoft YaHei UI" panose="020B0503020204020204" pitchFamily="34" charset="-122"/>
              <a:ea typeface="Microsoft YaHei UI" panose="020B0503020204020204" pitchFamily="34" charset="-122"/>
            </a:endParaRPr>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zh-CN" sz="1200">
                <a:latin typeface="Microsoft YaHei UI" panose="020B0503020204020204" pitchFamily="34" charset="-122"/>
                <a:ea typeface="Microsoft YaHei UI" panose="020B0503020204020204" pitchFamily="34" charset="-122"/>
              </a:defRPr>
            </a:lvl1pPr>
          </a:lstStyle>
          <a:p>
            <a:fld id="{0DC92804-03A6-47F6-A893-4DDB8903A808}" type="slidenum">
              <a:rPr lang="en-US" altLang="zh-CN" noProof="0" smtClean="0"/>
            </a:fld>
            <a:endParaRPr lang="zh-CN" altLang="en-US" noProof="0" dirty="0">
              <a:latin typeface="Microsoft YaHei UI" panose="020B0503020204020204" pitchFamily="34" charset="-122"/>
              <a:ea typeface="Microsoft YaHei UI" panose="020B0503020204020204" pitchFamily="34" charset="-122"/>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lang="zh-CN"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lang="zh-CN"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lang="zh-CN"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lang="zh-CN"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lang="zh-CN"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lang="zh-CN" sz="1200" kern="1200">
        <a:solidFill>
          <a:schemeClr val="tx1"/>
        </a:solidFill>
        <a:latin typeface="+mn-lt"/>
        <a:ea typeface="+mn-ea"/>
        <a:cs typeface="+mn-cs"/>
      </a:defRPr>
    </a:lvl6pPr>
    <a:lvl7pPr marL="2743200" algn="l" defTabSz="914400" rtl="0" eaLnBrk="1" latinLnBrk="0" hangingPunct="1">
      <a:defRPr lang="zh-CN" sz="1200" kern="1200">
        <a:solidFill>
          <a:schemeClr val="tx1"/>
        </a:solidFill>
        <a:latin typeface="+mn-lt"/>
        <a:ea typeface="+mn-ea"/>
        <a:cs typeface="+mn-cs"/>
      </a:defRPr>
    </a:lvl7pPr>
    <a:lvl8pPr marL="3200400" algn="l" defTabSz="914400" rtl="0" eaLnBrk="1" latinLnBrk="0" hangingPunct="1">
      <a:defRPr lang="zh-CN" sz="1200" kern="1200">
        <a:solidFill>
          <a:schemeClr val="tx1"/>
        </a:solidFill>
        <a:latin typeface="+mn-lt"/>
        <a:ea typeface="+mn-ea"/>
        <a:cs typeface="+mn-cs"/>
      </a:defRPr>
    </a:lvl8pPr>
    <a:lvl9pPr marL="3657600" algn="l" defTabSz="914400" rtl="0" eaLnBrk="1" latinLnBrk="0" hangingPunct="1">
      <a:defRPr lang="zh-CN"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the interview comes step three: the record. The Tang Liudian says that maps of the foreign places and pictures of the envoys were drawn. Copies went to the Secretariat, and the originals stayed in the Court. A written report also went to the Bureau.</a:t>
            </a:r>
          </a:p>
          <a:p/>
          <a:p>
            <a:r>
              <a:t>And what did historians do with it? That is step four. We do not know if they copied the reports or changed them. But for a faraway country, the interview could be the only direct source.</a:t>
            </a:r>
          </a:p>
          <a:p/>
          <a:p>
            <a:r>
              <a:t>So the mechanism shows that interpreters' notes could be used. Now let us see whether they really were.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defPPr>
              <a:defRPr lang="zh-CN"/>
            </a:defPPr>
          </a:lstStyle>
          <a:p>
            <a:r>
              <a:t>First, I will explain the institutional mechanism. It has four steps. Then I will test it with three cases.</a:t>
            </a:r>
          </a:p>
        </p:txBody>
      </p:sp>
      <p:sp>
        <p:nvSpPr>
          <p:cNvPr id="4" name="幻灯片编号占位符 3"/>
          <p:cNvSpPr>
            <a:spLocks noGrp="1"/>
          </p:cNvSpPr>
          <p:nvPr>
            <p:ph type="sldNum" sz="quarter" idx="5"/>
          </p:nvPr>
        </p:nvSpPr>
        <p:spPr/>
        <p:txBody>
          <a:bodyPr rtlCol="0"/>
          <a:lstStyle>
            <a:defPPr>
              <a:defRPr lang="zh-CN"/>
            </a:defPPr>
          </a:lstStyle>
          <a:p>
            <a:pPr rtl="0"/>
            <a:fld id="{0DC92804-03A6-47F6-A893-4DDB8903A808}" type="slidenum">
              <a:rPr lang="zh-CN" smtClean="0"/>
            </a:fld>
            <a:endParaRPr 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defPPr>
              <a:defRPr lang="zh-CN"/>
            </a:defPPr>
          </a:lstStyle>
          <a:p>
            <a:r>
              <a:t>Thank you. My teammate has shown us the setting: a busy Tang capital, a Court with twenty interpreters, and a rule to report to the Bureau of Historiography. But how did this work in real life?</a:t>
            </a:r>
          </a:p>
        </p:txBody>
      </p:sp>
      <p:sp>
        <p:nvSpPr>
          <p:cNvPr id="4" name="幻灯片编号占位符 3"/>
          <p:cNvSpPr>
            <a:spLocks noGrp="1"/>
          </p:cNvSpPr>
          <p:nvPr>
            <p:ph type="sldNum" sz="quarter" idx="5"/>
          </p:nvPr>
        </p:nvSpPr>
        <p:spPr/>
        <p:txBody>
          <a:bodyPr rtlCol="0"/>
          <a:lstStyle>
            <a:defPPr>
              <a:defRPr lang="zh-CN"/>
            </a:defPPr>
          </a:lstStyle>
          <a:p>
            <a:pPr rtl="0"/>
            <a:fld id="{0DC92804-03A6-47F6-A893-4DDB8903A808}" type="slidenum">
              <a:rPr lang="zh-CN" smtClean="0"/>
            </a:fld>
            <a:endParaRPr 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defPPr>
              <a:defRPr lang="zh-CN"/>
            </a:defPPr>
          </a:lstStyle>
          <a:p>
            <a:r>
              <a:t>Was this only a Tang habit? Case two says no. The Suishu mostly describes events, not conversations. Yet it keeps the answer of a Yamato envoy in AD 600. Asked about Japanese customs, he said his ruler saw Heaven as her elder brother and the sun as her younger brother. Lung thinks this answer came through an interpreter and went almost straight into the history. So the practice is older than the Tang.</a:t>
            </a:r>
          </a:p>
        </p:txBody>
      </p:sp>
      <p:sp>
        <p:nvSpPr>
          <p:cNvPr id="4" name="幻灯片编号占位符 3"/>
          <p:cNvSpPr>
            <a:spLocks noGrp="1"/>
          </p:cNvSpPr>
          <p:nvPr>
            <p:ph type="sldNum" sz="quarter" idx="5"/>
          </p:nvPr>
        </p:nvSpPr>
        <p:spPr/>
        <p:txBody>
          <a:bodyPr rtlCol="0"/>
          <a:lstStyle>
            <a:defPPr>
              <a:defRPr lang="zh-CN"/>
            </a:defPPr>
          </a:lstStyle>
          <a:p>
            <a:pPr rtl="0"/>
            <a:fld id="{0DC92804-03A6-47F6-A893-4DDB8903A808}" type="slidenum">
              <a:rPr lang="zh-CN" smtClean="0"/>
            </a:fld>
            <a:endParaRPr 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defPPr>
              <a:defRPr lang="zh-CN"/>
            </a:defPPr>
          </a:lstStyle>
          <a:p>
            <a:r>
              <a:t>Step one is the interview. The Tang Huiyao says that when a mission arrived, the Court had to ask about the country's land and customs, its dress, the tribute it brought, the distance and route, and the names of its leaders.</a:t>
            </a:r>
          </a:p>
          <a:p/>
          <a:p>
            <a:r>
              <a:t>Now, who asked these questions, and in what language? That is step two. Sometimes officials from other offices joined too. But the envoy and the officials did not speak the same language. So everyone in the room heard the envoy through the interpreter.</a:t>
            </a:r>
          </a:p>
        </p:txBody>
      </p:sp>
      <p:sp>
        <p:nvSpPr>
          <p:cNvPr id="4" name="幻灯片编号占位符 3"/>
          <p:cNvSpPr>
            <a:spLocks noGrp="1"/>
          </p:cNvSpPr>
          <p:nvPr>
            <p:ph type="sldNum" sz="quarter" idx="5"/>
          </p:nvPr>
        </p:nvSpPr>
        <p:spPr/>
        <p:txBody>
          <a:bodyPr rtlCol="0"/>
          <a:lstStyle>
            <a:defPPr>
              <a:defRPr lang="zh-CN"/>
            </a:defPPr>
          </a:lstStyle>
          <a:p>
            <a:pPr rtl="0"/>
            <a:fld id="{0DC92804-03A6-47F6-A893-4DDB8903A808}" type="slidenum">
              <a:rPr lang="zh-CN" smtClean="0"/>
            </a:fld>
            <a:endParaRPr 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defPPr>
              <a:defRPr lang="zh-CN"/>
            </a:defPPr>
          </a:lstStyle>
          <a:p>
            <a:r>
              <a:t>Case one comes from the Tang itself: the Kirghiz envoys in AD 843. The Xin Tangshu says the emperor told an interpreter to ask about the Kirghiz land and customs. Then the chief minister, Li Deyu, sent in a report with a painting of the envoys. Here we see the whole mechanism at work: interview, pictures, report. And notice this: the interpreter asks the questions himself. He does more than pass on words.</a:t>
            </a:r>
          </a:p>
        </p:txBody>
      </p:sp>
      <p:sp>
        <p:nvSpPr>
          <p:cNvPr id="4" name="幻灯片编号占位符 3"/>
          <p:cNvSpPr>
            <a:spLocks noGrp="1"/>
          </p:cNvSpPr>
          <p:nvPr>
            <p:ph type="sldNum" sz="quarter" idx="5"/>
          </p:nvPr>
        </p:nvSpPr>
        <p:spPr/>
        <p:txBody>
          <a:bodyPr rtlCol="0"/>
          <a:lstStyle>
            <a:defPPr>
              <a:defRPr lang="zh-CN"/>
            </a:defPPr>
          </a:lstStyle>
          <a:p>
            <a:pPr rtl="0"/>
            <a:fld id="{0DC92804-03A6-47F6-A893-4DDB8903A808}" type="slidenum">
              <a:rPr lang="zh-CN" smtClean="0"/>
            </a:fld>
            <a:endParaRPr 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defPPr>
              <a:defRPr lang="zh-CN"/>
            </a:defPPr>
          </a:lstStyle>
          <a:p>
            <a:r>
              <a:t>Case three is the strongest, and older still: the Liang dynasty. The Zhigong Tu, a painting from the sixth century, has short texts about thirteen countries. They follow the same list of questions as the Tang interviews. Lung compared them with the Liangshu, the history of Liang, finished in AD 636. Many texts are almost the same, word for word. About 95 percent of the Hephthalite text matches, and about 90 percent of the Dengzhi text. Lung admits the numbers are rough, but such close wording is no accident.</a:t>
            </a:r>
          </a:p>
        </p:txBody>
      </p:sp>
      <p:sp>
        <p:nvSpPr>
          <p:cNvPr id="4" name="幻灯片编号占位符 3"/>
          <p:cNvSpPr>
            <a:spLocks noGrp="1"/>
          </p:cNvSpPr>
          <p:nvPr>
            <p:ph type="sldNum" sz="quarter" idx="5"/>
          </p:nvPr>
        </p:nvSpPr>
        <p:spPr/>
        <p:txBody>
          <a:bodyPr rtlCol="0"/>
          <a:lstStyle>
            <a:defPPr>
              <a:defRPr lang="zh-CN"/>
            </a:defPPr>
          </a:lstStyle>
          <a:p>
            <a:pPr rtl="0"/>
            <a:fld id="{0DC92804-03A6-47F6-A893-4DDB8903A808}" type="slidenum">
              <a:rPr lang="zh-CN" smtClean="0"/>
            </a:fld>
            <a:endParaRPr lang="zh-CN" dirty="0"/>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put the cases together. We see a chain: interview, interpreter's report, the Bureau, and then the official history. But there is a weak spot. No interpreter's notes have survived, so the link is a good guess, not proof. How strong is that guess, and what does it mean for us as interpreters? My teammate will take that up next.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标题">
    <p:spTree>
      <p:nvGrpSpPr>
        <p:cNvPr id="1" name=""/>
        <p:cNvGrpSpPr/>
        <p:nvPr/>
      </p:nvGrpSpPr>
      <p:grpSpPr>
        <a:xfrm>
          <a:off x="0" y="0"/>
          <a:ext cx="0" cy="0"/>
          <a:chOff x="0" y="0"/>
          <a:chExt cx="0" cy="0"/>
        </a:xfrm>
      </p:grpSpPr>
      <p:grpSp>
        <p:nvGrpSpPr>
          <p:cNvPr id="3" name="组 2"/>
          <p:cNvGrpSpPr/>
          <p:nvPr userDrawn="1"/>
        </p:nvGrpSpPr>
        <p:grpSpPr>
          <a:xfrm>
            <a:off x="-1524" y="708955"/>
            <a:ext cx="12193526" cy="5463893"/>
            <a:chOff x="-1524" y="708955"/>
            <a:chExt cx="12193526" cy="5463893"/>
          </a:xfrm>
        </p:grpSpPr>
        <p:sp>
          <p:nvSpPr>
            <p:cNvPr id="5" name="长方形 4"/>
            <p:cNvSpPr/>
            <p:nvPr userDrawn="1"/>
          </p:nvSpPr>
          <p:spPr>
            <a:xfrm>
              <a:off x="-1524" y="709613"/>
              <a:ext cx="12192000" cy="5463235"/>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25" name="图形 24"/>
            <p:cNvPicPr>
              <a:picLocks noChangeAspect="1"/>
            </p:cNvPicPr>
            <p:nvPr userDrawn="1"/>
          </p:nvPicPr>
          <p:blipFill rotWithShape="1">
            <a:blip r:embed="rId2">
              <a:extLst>
                <a:ext uri="{96DAC541-7B7A-43D3-8B79-37D633B846F1}">
                  <asvg:svgBlip xmlns:asvg="http://schemas.microsoft.com/office/drawing/2016/SVG/main" r:embed="rId3"/>
                </a:ext>
              </a:extLst>
            </a:blip>
            <a:srcRect l="43670" t="-7182" r="-9886" b="52046"/>
            <a:stretch>
              <a:fillRect/>
            </a:stretch>
          </p:blipFill>
          <p:spPr>
            <a:xfrm>
              <a:off x="-1" y="1162050"/>
              <a:ext cx="5568949" cy="5009032"/>
            </a:xfrm>
            <a:prstGeom prst="rect">
              <a:avLst/>
            </a:prstGeom>
          </p:spPr>
        </p:pic>
        <p:pic>
          <p:nvPicPr>
            <p:cNvPr id="26" name="图形 25"/>
            <p:cNvPicPr>
              <a:picLocks noChangeAspect="1"/>
            </p:cNvPicPr>
            <p:nvPr userDrawn="1"/>
          </p:nvPicPr>
          <p:blipFill rotWithShape="1">
            <a:blip r:embed="rId2">
              <a:extLst>
                <a:ext uri="{96DAC541-7B7A-43D3-8B79-37D633B846F1}">
                  <asvg:svgBlip xmlns:asvg="http://schemas.microsoft.com/office/drawing/2016/SVG/main" r:embed="rId3"/>
                </a:ext>
              </a:extLst>
            </a:blip>
            <a:srcRect l="256" t="-7183" r="44925" b="48899"/>
            <a:stretch>
              <a:fillRect/>
            </a:stretch>
          </p:blipFill>
          <p:spPr>
            <a:xfrm rot="16200000">
              <a:off x="7239292" y="366674"/>
              <a:ext cx="4610430" cy="5294991"/>
            </a:xfrm>
            <a:prstGeom prst="rect">
              <a:avLst/>
            </a:prstGeom>
          </p:spPr>
        </p:pic>
      </p:grpSp>
      <p:cxnSp>
        <p:nvCxnSpPr>
          <p:cNvPr id="15" name="直接连接符​​(S) 14"/>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7" name="直接连接符​​(S) 16"/>
          <p:cNvCxnSpPr/>
          <p:nvPr userDrawn="1"/>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 name="直接连接符​​(S) 1"/>
          <p:cNvCxnSpPr/>
          <p:nvPr userDrawn="1"/>
        </p:nvCxnSpPr>
        <p:spPr>
          <a:xfrm>
            <a:off x="0" y="708956"/>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8" name="直接连接符​​(S) 17"/>
          <p:cNvCxnSpPr/>
          <p:nvPr userDrawn="1"/>
        </p:nvCxnSpPr>
        <p:spPr>
          <a:xfrm flipV="1">
            <a:off x="69482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0" name="直接连接符​​(S) 19"/>
          <p:cNvCxnSpPr/>
          <p:nvPr userDrawn="1"/>
        </p:nvCxnSpPr>
        <p:spPr>
          <a:xfrm>
            <a:off x="0" y="616429"/>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1" name="直接连接符​​(S) 20"/>
          <p:cNvCxnSpPr/>
          <p:nvPr userDrawn="1"/>
        </p:nvCxnSpPr>
        <p:spPr>
          <a:xfrm>
            <a:off x="0" y="627968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3" name="直接连接符​​(S) 22"/>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4" name="直接连接符​​(S) 23"/>
          <p:cNvCxnSpPr/>
          <p:nvPr userDrawn="1"/>
        </p:nvCxnSpPr>
        <p:spPr>
          <a:xfrm flipV="1">
            <a:off x="58695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4" name="标题 3"/>
          <p:cNvSpPr>
            <a:spLocks noGrp="1"/>
          </p:cNvSpPr>
          <p:nvPr>
            <p:ph type="title" hasCustomPrompt="1"/>
          </p:nvPr>
        </p:nvSpPr>
        <p:spPr>
          <a:xfrm>
            <a:off x="1828932" y="1115167"/>
            <a:ext cx="8534136" cy="4655385"/>
          </a:xfrm>
        </p:spPr>
        <p:txBody>
          <a:bodyPr rtlCol="0">
            <a:noAutofit/>
          </a:bodyPr>
          <a:lstStyle>
            <a:lvl1pPr algn="ctr">
              <a:defRPr lang="zh-CN" sz="7200"/>
            </a:lvl1pPr>
          </a:lstStyle>
          <a:p>
            <a:pPr rtl="0"/>
            <a:r>
              <a:rPr lang="zh-CN" dirty="0"/>
              <a:t>单击此处添加标题</a:t>
            </a:r>
            <a:endParaRPr lang="zh-C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议程​​">
    <p:spTree>
      <p:nvGrpSpPr>
        <p:cNvPr id="1" name=""/>
        <p:cNvGrpSpPr/>
        <p:nvPr/>
      </p:nvGrpSpPr>
      <p:grpSpPr>
        <a:xfrm>
          <a:off x="0" y="0"/>
          <a:ext cx="0" cy="0"/>
          <a:chOff x="0" y="0"/>
          <a:chExt cx="0" cy="0"/>
        </a:xfrm>
      </p:grpSpPr>
      <p:sp>
        <p:nvSpPr>
          <p:cNvPr id="13" name="长方形 12"/>
          <p:cNvSpPr/>
          <p:nvPr userDrawn="1"/>
        </p:nvSpPr>
        <p:spPr>
          <a:xfrm>
            <a:off x="3048" y="2138289"/>
            <a:ext cx="12188952" cy="4033912"/>
          </a:xfrm>
          <a:prstGeom prst="rect">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21" name="图形 20"/>
          <p:cNvPicPr>
            <a:picLocks noChangeAspect="1"/>
          </p:cNvPicPr>
          <p:nvPr userDrawn="1"/>
        </p:nvPicPr>
        <p:blipFill rotWithShape="1">
          <a:blip r:embed="rId2">
            <a:extLst>
              <a:ext uri="{96DAC541-7B7A-43D3-8B79-37D633B846F1}">
                <asvg:svgBlip xmlns:asvg="http://schemas.microsoft.com/office/drawing/2016/SVG/main" r:embed="rId3"/>
              </a:ext>
            </a:extLst>
          </a:blip>
          <a:srcRect t="27860" r="37853" b="27738"/>
          <a:stretch>
            <a:fillRect/>
          </a:stretch>
        </p:blipFill>
        <p:spPr>
          <a:xfrm>
            <a:off x="6962087" y="2143124"/>
            <a:ext cx="5226865" cy="4033839"/>
          </a:xfrm>
          <a:prstGeom prst="rect">
            <a:avLst/>
          </a:prstGeom>
        </p:spPr>
      </p:pic>
      <p:sp>
        <p:nvSpPr>
          <p:cNvPr id="16" name="标题 1"/>
          <p:cNvSpPr>
            <a:spLocks noGrp="1"/>
          </p:cNvSpPr>
          <p:nvPr>
            <p:ph type="title" hasCustomPrompt="1"/>
          </p:nvPr>
        </p:nvSpPr>
        <p:spPr>
          <a:xfrm>
            <a:off x="422177" y="365125"/>
            <a:ext cx="10778937" cy="1325563"/>
          </a:xfrm>
        </p:spPr>
        <p:txBody>
          <a:bodyPr rtlCol="0">
            <a:normAutofit/>
          </a:bodyPr>
          <a:lstStyle>
            <a:lvl1pPr>
              <a:defRPr lang="zh-CN" sz="4400"/>
            </a:lvl1pPr>
          </a:lstStyle>
          <a:p>
            <a:pPr rtl="0"/>
            <a:r>
              <a:rPr lang="zh-CN" dirty="0"/>
              <a:t>单击此处添加标题</a:t>
            </a:r>
            <a:endParaRPr lang="zh-CN" dirty="0"/>
          </a:p>
        </p:txBody>
      </p:sp>
      <p:sp>
        <p:nvSpPr>
          <p:cNvPr id="12" name="内容占位符 2"/>
          <p:cNvSpPr>
            <a:spLocks noGrp="1"/>
          </p:cNvSpPr>
          <p:nvPr>
            <p:ph idx="1" hasCustomPrompt="1"/>
          </p:nvPr>
        </p:nvSpPr>
        <p:spPr>
          <a:xfrm>
            <a:off x="422899" y="2350108"/>
            <a:ext cx="10778221" cy="3609461"/>
          </a:xfrm>
        </p:spPr>
        <p:txBody>
          <a:bodyPr rtlCol="0" anchor="ctr" anchorCtr="0">
            <a:normAutofit/>
          </a:bodyPr>
          <a:lstStyle>
            <a:lvl1pPr>
              <a:buNone/>
              <a:defRPr lang="zh-CN" sz="2400"/>
            </a:lvl1pPr>
            <a:lvl2pPr>
              <a:defRPr lang="zh-CN" sz="2400"/>
            </a:lvl2pPr>
            <a:lvl3pPr>
              <a:defRPr lang="zh-CN" sz="2400"/>
            </a:lvl3pPr>
            <a:lvl4pPr>
              <a:defRPr lang="zh-CN" sz="2400"/>
            </a:lvl4pPr>
            <a:lvl5pPr>
              <a:defRPr lang="zh-CN" sz="2000"/>
            </a:lvl5pPr>
          </a:lstStyle>
          <a:p>
            <a:pPr lvl="0" rtl="0"/>
            <a:r>
              <a:rPr lang="zh-CN" dirty="0"/>
              <a:t>单击此处添加内容</a:t>
            </a:r>
            <a:endParaRPr lang="zh-CN" dirty="0"/>
          </a:p>
          <a:p>
            <a:pPr lvl="1" rtl="0"/>
            <a:r>
              <a:rPr lang="zh-CN" dirty="0"/>
              <a:t>第二级</a:t>
            </a:r>
            <a:endParaRPr lang="zh-CN" dirty="0"/>
          </a:p>
          <a:p>
            <a:pPr lvl="2" rtl="0"/>
            <a:r>
              <a:rPr lang="zh-CN" dirty="0"/>
              <a:t>第三级</a:t>
            </a:r>
            <a:endParaRPr lang="zh-CN" dirty="0"/>
          </a:p>
          <a:p>
            <a:pPr lvl="3" rtl="0"/>
            <a:r>
              <a:rPr lang="zh-CN" dirty="0"/>
              <a:t>第四级</a:t>
            </a:r>
            <a:endParaRPr lang="zh-CN" dirty="0"/>
          </a:p>
          <a:p>
            <a:pPr lvl="4" rtl="0"/>
            <a:r>
              <a:rPr lang="zh-CN" dirty="0"/>
              <a:t>第五级</a:t>
            </a:r>
            <a:endParaRPr lang="zh-CN" sz="1800" dirty="0">
              <a:solidFill>
                <a:schemeClr val="tx1"/>
              </a:solidFill>
            </a:endParaRPr>
          </a:p>
        </p:txBody>
      </p:sp>
      <p:cxnSp>
        <p:nvCxnSpPr>
          <p:cNvPr id="14" name="直接连接符​​(S) 13"/>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 name="幻灯片编号占位符 5"/>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lang="zh-CN" sz="1200">
                <a:solidFill>
                  <a:schemeClr val="tx2"/>
                </a:solidFill>
              </a:defRPr>
            </a:lvl1pPr>
          </a:lstStyle>
          <a:p>
            <a:pPr rtl="0"/>
            <a:fld id="{3A4F6043-7A67-491B-98BC-F933DED7226D}" type="slidenum">
              <a:rPr lang="zh-CN" smtClean="0"/>
            </a:fld>
            <a:endParaRPr lang="zh-CN" dirty="0"/>
          </a:p>
        </p:txBody>
      </p:sp>
      <p:cxnSp>
        <p:nvCxnSpPr>
          <p:cNvPr id="3" name="直接连接符​​(S) 2"/>
          <p:cNvCxnSpPr/>
          <p:nvPr userDrawn="1"/>
        </p:nvCxnSpPr>
        <p:spPr>
          <a:xfrm>
            <a:off x="0" y="2138288"/>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4" name="直接连接符​​(S) 3"/>
          <p:cNvCxnSpPr/>
          <p:nvPr userDrawn="1"/>
        </p:nvCxnSpPr>
        <p:spPr>
          <a:xfrm>
            <a:off x="0" y="2045761"/>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8" name="直接连接符​​(S) 7"/>
          <p:cNvCxnSpPr/>
          <p:nvPr userDrawn="1"/>
        </p:nvCxnSpPr>
        <p:spPr>
          <a:xfrm>
            <a:off x="0" y="6264727"/>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9" name="直接连接符​​(S) 8"/>
          <p:cNvCxnSpPr/>
          <p:nvPr userDrawn="1"/>
        </p:nvCxnSpPr>
        <p:spPr>
          <a:xfrm>
            <a:off x="0"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分节符 2">
    <p:spTree>
      <p:nvGrpSpPr>
        <p:cNvPr id="1" name=""/>
        <p:cNvGrpSpPr/>
        <p:nvPr/>
      </p:nvGrpSpPr>
      <p:grpSpPr>
        <a:xfrm>
          <a:off x="0" y="0"/>
          <a:ext cx="0" cy="0"/>
          <a:chOff x="0" y="0"/>
          <a:chExt cx="0" cy="0"/>
        </a:xfrm>
      </p:grpSpPr>
      <p:sp>
        <p:nvSpPr>
          <p:cNvPr id="5" name="标题 1"/>
          <p:cNvSpPr>
            <a:spLocks noGrp="1"/>
          </p:cNvSpPr>
          <p:nvPr>
            <p:ph type="ctrTitle" hasCustomPrompt="1"/>
          </p:nvPr>
        </p:nvSpPr>
        <p:spPr>
          <a:xfrm>
            <a:off x="422897" y="576262"/>
            <a:ext cx="5646541" cy="5295371"/>
          </a:xfrm>
        </p:spPr>
        <p:txBody>
          <a:bodyPr rtlCol="0" anchor="ctr" anchorCtr="0">
            <a:normAutofit/>
          </a:bodyPr>
          <a:lstStyle>
            <a:lvl1pPr>
              <a:defRPr lang="zh-CN" sz="4400"/>
            </a:lvl1pPr>
          </a:lstStyle>
          <a:p>
            <a:pPr algn="l" rtl="0">
              <a:lnSpc>
                <a:spcPts val="5800"/>
              </a:lnSpc>
            </a:pPr>
            <a:r>
              <a:rPr lang="zh-CN" sz="4800" dirty="0"/>
              <a:t>单击此处添加标题 </a:t>
            </a:r>
            <a:endParaRPr lang="zh-CN" sz="4800" dirty="0"/>
          </a:p>
        </p:txBody>
      </p:sp>
      <p:sp>
        <p:nvSpPr>
          <p:cNvPr id="2" name="图片占位符 13"/>
          <p:cNvSpPr>
            <a:spLocks noGrp="1"/>
          </p:cNvSpPr>
          <p:nvPr>
            <p:ph type="pic" sz="quarter" idx="13"/>
          </p:nvPr>
        </p:nvSpPr>
        <p:spPr>
          <a:xfrm>
            <a:off x="6483095" y="-1"/>
            <a:ext cx="5013087" cy="6857998"/>
          </a:xfrm>
          <a:solidFill>
            <a:schemeClr val="accent3"/>
          </a:solidFill>
        </p:spPr>
        <p:txBody>
          <a:bodyPr rtlCol="0">
            <a:normAutofit/>
          </a:bodyPr>
          <a:lstStyle>
            <a:lvl1pPr marL="0" indent="0" algn="ctr">
              <a:buNone/>
              <a:defRPr lang="zh-CN" sz="1800"/>
            </a:lvl1pPr>
          </a:lstStyle>
          <a:p>
            <a:pPr rtl="0"/>
            <a:r>
              <a:rPr lang="zh-CN" altLang="en-US"/>
              <a:t>单击图标添加图片</a:t>
            </a:r>
            <a:endParaRPr lang="zh-C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分节符">
    <p:spTree>
      <p:nvGrpSpPr>
        <p:cNvPr id="1" name=""/>
        <p:cNvGrpSpPr/>
        <p:nvPr/>
      </p:nvGrpSpPr>
      <p:grpSpPr>
        <a:xfrm>
          <a:off x="0" y="0"/>
          <a:ext cx="0" cy="0"/>
          <a:chOff x="0" y="0"/>
          <a:chExt cx="0" cy="0"/>
        </a:xfrm>
      </p:grpSpPr>
      <p:sp>
        <p:nvSpPr>
          <p:cNvPr id="5" name="标题 1"/>
          <p:cNvSpPr>
            <a:spLocks noGrp="1"/>
          </p:cNvSpPr>
          <p:nvPr>
            <p:ph type="ctrTitle" hasCustomPrompt="1"/>
          </p:nvPr>
        </p:nvSpPr>
        <p:spPr>
          <a:xfrm>
            <a:off x="422897" y="576263"/>
            <a:ext cx="5646541" cy="3304494"/>
          </a:xfrm>
        </p:spPr>
        <p:txBody>
          <a:bodyPr rtlCol="0" anchor="b" anchorCtr="0">
            <a:normAutofit/>
          </a:bodyPr>
          <a:lstStyle>
            <a:lvl1pPr>
              <a:defRPr lang="zh-CN" sz="4400"/>
            </a:lvl1pPr>
          </a:lstStyle>
          <a:p>
            <a:pPr algn="l" rtl="0">
              <a:lnSpc>
                <a:spcPts val="5800"/>
              </a:lnSpc>
            </a:pPr>
            <a:r>
              <a:rPr lang="zh-CN" sz="4800" dirty="0"/>
              <a:t>单击此处添加标题 </a:t>
            </a:r>
            <a:endParaRPr lang="zh-CN" sz="4800" dirty="0"/>
          </a:p>
        </p:txBody>
      </p:sp>
      <p:sp>
        <p:nvSpPr>
          <p:cNvPr id="4" name="长方形 3"/>
          <p:cNvSpPr/>
          <p:nvPr userDrawn="1"/>
        </p:nvSpPr>
        <p:spPr>
          <a:xfrm>
            <a:off x="6483096" y="1"/>
            <a:ext cx="5013088" cy="6857999"/>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cxnSp>
        <p:nvCxnSpPr>
          <p:cNvPr id="8" name="直接连接符​​(S) 7"/>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9" name="直接连接符​​(S) 8"/>
          <p:cNvCxnSpPr/>
          <p:nvPr userDrawn="1"/>
        </p:nvCxnSpPr>
        <p:spPr>
          <a:xfrm flipV="1">
            <a:off x="6483096"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S) 10"/>
          <p:cNvCxnSpPr/>
          <p:nvPr userDrawn="1"/>
        </p:nvCxnSpPr>
        <p:spPr>
          <a:xfrm flipV="1">
            <a:off x="6363569"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15" name="文本占位符 14"/>
          <p:cNvSpPr>
            <a:spLocks noGrp="1"/>
          </p:cNvSpPr>
          <p:nvPr>
            <p:ph type="body" sz="quarter" idx="10" hasCustomPrompt="1"/>
          </p:nvPr>
        </p:nvSpPr>
        <p:spPr>
          <a:xfrm>
            <a:off x="422275" y="4148138"/>
            <a:ext cx="5673726" cy="1528762"/>
          </a:xfrm>
        </p:spPr>
        <p:txBody>
          <a:bodyPr rtlCol="0"/>
          <a:lstStyle>
            <a:lvl1pPr marL="0" indent="0">
              <a:buNone/>
              <a:defRPr lang="zh-CN"/>
            </a:lvl1pPr>
          </a:lstStyle>
          <a:p>
            <a:pPr lvl="0" rtl="0"/>
            <a:r>
              <a:rPr lang="zh-CN" dirty="0"/>
              <a:t>单击此处添加副标题</a:t>
            </a:r>
            <a:endParaRPr lang="zh-CN" dirty="0"/>
          </a:p>
        </p:txBody>
      </p:sp>
      <p:pic>
        <p:nvPicPr>
          <p:cNvPr id="16" name="图形 15"/>
          <p:cNvPicPr>
            <a:picLocks noChangeAspect="1"/>
          </p:cNvPicPr>
          <p:nvPr userDrawn="1"/>
        </p:nvPicPr>
        <p:blipFill rotWithShape="1">
          <a:blip r:embed="rId2">
            <a:extLst>
              <a:ext uri="{96DAC541-7B7A-43D3-8B79-37D633B846F1}">
                <asvg:svgBlip xmlns:asvg="http://schemas.microsoft.com/office/drawing/2016/SVG/main" r:embed="rId3"/>
              </a:ext>
            </a:extLst>
          </a:blip>
          <a:srcRect l="12249" t="13424" r="28018" b="11087"/>
          <a:stretch>
            <a:fillRect/>
          </a:stretch>
        </p:blipFill>
        <p:spPr>
          <a:xfrm>
            <a:off x="6472427" y="0"/>
            <a:ext cx="5023757" cy="68580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简介 1">
    <p:spTree>
      <p:nvGrpSpPr>
        <p:cNvPr id="1" name=""/>
        <p:cNvGrpSpPr/>
        <p:nvPr/>
      </p:nvGrpSpPr>
      <p:grpSpPr>
        <a:xfrm>
          <a:off x="0" y="0"/>
          <a:ext cx="0" cy="0"/>
          <a:chOff x="0" y="0"/>
          <a:chExt cx="0" cy="0"/>
        </a:xfrm>
      </p:grpSpPr>
      <p:sp>
        <p:nvSpPr>
          <p:cNvPr id="2" name="长方形 1"/>
          <p:cNvSpPr/>
          <p:nvPr userDrawn="1"/>
        </p:nvSpPr>
        <p:spPr>
          <a:xfrm>
            <a:off x="10744200" y="1"/>
            <a:ext cx="751984" cy="6857999"/>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pic>
        <p:nvPicPr>
          <p:cNvPr id="17" name="图形 16"/>
          <p:cNvPicPr>
            <a:picLocks noChangeAspect="1"/>
          </p:cNvPicPr>
          <p:nvPr userDrawn="1"/>
        </p:nvPicPr>
        <p:blipFill rotWithShape="1">
          <a:blip r:embed="rId2">
            <a:extLst>
              <a:ext uri="{96DAC541-7B7A-43D3-8B79-37D633B846F1}">
                <asvg:svgBlip xmlns:asvg="http://schemas.microsoft.com/office/drawing/2016/SVG/main" r:embed="rId3"/>
              </a:ext>
            </a:extLst>
          </a:blip>
          <a:srcRect l="41796" t="12194" r="49125" b="12256"/>
          <a:stretch>
            <a:fillRect/>
          </a:stretch>
        </p:blipFill>
        <p:spPr>
          <a:xfrm>
            <a:off x="10732660" y="-5609"/>
            <a:ext cx="763524" cy="6863608"/>
          </a:xfrm>
          <a:prstGeom prst="rect">
            <a:avLst/>
          </a:prstGeom>
        </p:spPr>
      </p:pic>
      <p:sp>
        <p:nvSpPr>
          <p:cNvPr id="13" name="标题 1"/>
          <p:cNvSpPr>
            <a:spLocks noGrp="1"/>
          </p:cNvSpPr>
          <p:nvPr>
            <p:ph type="title" hasCustomPrompt="1"/>
          </p:nvPr>
        </p:nvSpPr>
        <p:spPr>
          <a:xfrm>
            <a:off x="422178" y="365125"/>
            <a:ext cx="9733538" cy="1325563"/>
          </a:xfrm>
        </p:spPr>
        <p:txBody>
          <a:bodyPr rtlCol="0">
            <a:normAutofit/>
          </a:bodyPr>
          <a:lstStyle>
            <a:lvl1pPr>
              <a:defRPr lang="zh-CN" sz="4400"/>
            </a:lvl1pPr>
          </a:lstStyle>
          <a:p>
            <a:pPr rtl="0"/>
            <a:r>
              <a:rPr lang="zh-CN" dirty="0"/>
              <a:t>单击此处添加标题</a:t>
            </a:r>
            <a:endParaRPr lang="zh-CN" dirty="0"/>
          </a:p>
        </p:txBody>
      </p:sp>
      <p:sp>
        <p:nvSpPr>
          <p:cNvPr id="9" name="内容占位符 2"/>
          <p:cNvSpPr>
            <a:spLocks noGrp="1"/>
          </p:cNvSpPr>
          <p:nvPr>
            <p:ph idx="1" hasCustomPrompt="1"/>
          </p:nvPr>
        </p:nvSpPr>
        <p:spPr>
          <a:xfrm>
            <a:off x="419106" y="2198915"/>
            <a:ext cx="9741183" cy="3345316"/>
          </a:xfrm>
        </p:spPr>
        <p:txBody>
          <a:bodyPr rtlCol="0" anchor="t" anchorCtr="0">
            <a:normAutofit/>
          </a:bodyPr>
          <a:lstStyle>
            <a:lvl1pPr marL="0" indent="0">
              <a:buNone/>
              <a:defRPr lang="zh-CN" sz="1800" baseline="0"/>
            </a:lvl1pPr>
            <a:lvl2pPr>
              <a:defRPr lang="zh-CN" sz="1800"/>
            </a:lvl2pPr>
            <a:lvl3pPr>
              <a:defRPr lang="zh-CN" sz="1800"/>
            </a:lvl3pPr>
            <a:lvl4pPr>
              <a:defRPr lang="zh-CN" sz="1800"/>
            </a:lvl4pPr>
            <a:lvl5pPr>
              <a:defRPr lang="zh-CN" sz="1800"/>
            </a:lvl5pPr>
          </a:lstStyle>
          <a:p>
            <a:pPr lvl="0" rtl="0"/>
            <a:r>
              <a:rPr lang="zh-CN" dirty="0"/>
              <a:t>单击此处添加内容</a:t>
            </a:r>
            <a:endParaRPr lang="zh-CN" dirty="0"/>
          </a:p>
          <a:p>
            <a:pPr lvl="1" rtl="0"/>
            <a:r>
              <a:rPr lang="zh-CN" dirty="0"/>
              <a:t>第二级</a:t>
            </a:r>
            <a:endParaRPr lang="zh-CN" dirty="0"/>
          </a:p>
          <a:p>
            <a:pPr lvl="2" rtl="0"/>
            <a:r>
              <a:rPr lang="zh-CN" dirty="0"/>
              <a:t>第三级</a:t>
            </a:r>
            <a:endParaRPr lang="zh-CN" dirty="0"/>
          </a:p>
          <a:p>
            <a:pPr lvl="3" rtl="0"/>
            <a:r>
              <a:rPr lang="zh-CN" dirty="0"/>
              <a:t>第四级</a:t>
            </a:r>
            <a:endParaRPr lang="zh-CN" dirty="0"/>
          </a:p>
          <a:p>
            <a:pPr lvl="4" rtl="0"/>
            <a:r>
              <a:rPr lang="zh-CN" dirty="0"/>
              <a:t>第五级</a:t>
            </a:r>
            <a:endParaRPr lang="zh-CN" sz="1800" dirty="0">
              <a:solidFill>
                <a:schemeClr val="tx1"/>
              </a:solidFill>
            </a:endParaRPr>
          </a:p>
        </p:txBody>
      </p:sp>
      <p:cxnSp>
        <p:nvCxnSpPr>
          <p:cNvPr id="14" name="直接连接符​​(S) 13"/>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6" name="直接连接符​​(S) 15"/>
          <p:cNvCxnSpPr/>
          <p:nvPr userDrawn="1"/>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4" name="幻灯片编号占位符 5"/>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lang="zh-CN" sz="1200">
                <a:solidFill>
                  <a:schemeClr val="tx2"/>
                </a:solidFill>
              </a:defRPr>
            </a:lvl1pPr>
          </a:lstStyle>
          <a:p>
            <a:pPr rtl="0"/>
            <a:fld id="{3A4F6043-7A67-491B-98BC-F933DED7226D}" type="slidenum">
              <a:rPr lang="zh-CN" smtClean="0"/>
            </a:fld>
            <a:endParaRPr lang="zh-CN" dirty="0"/>
          </a:p>
        </p:txBody>
      </p:sp>
      <p:cxnSp>
        <p:nvCxnSpPr>
          <p:cNvPr id="3" name="直接连接符​​(S) 2"/>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S) 6"/>
          <p:cNvCxnSpPr/>
          <p:nvPr userDrawn="1"/>
        </p:nvCxnSpPr>
        <p:spPr>
          <a:xfrm flipV="1">
            <a:off x="10744200"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8" name="直接连接符​​(S) 7"/>
          <p:cNvCxnSpPr/>
          <p:nvPr userDrawn="1"/>
        </p:nvCxnSpPr>
        <p:spPr>
          <a:xfrm flipV="1">
            <a:off x="10630770"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0" name="直接连接符​​(S) 9"/>
          <p:cNvCxnSpPr/>
          <p:nvPr userDrawn="1"/>
        </p:nvCxnSpPr>
        <p:spPr>
          <a:xfrm>
            <a:off x="0" y="6052457"/>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分节符 3">
    <p:spTree>
      <p:nvGrpSpPr>
        <p:cNvPr id="1" name=""/>
        <p:cNvGrpSpPr/>
        <p:nvPr/>
      </p:nvGrpSpPr>
      <p:grpSpPr>
        <a:xfrm>
          <a:off x="0" y="0"/>
          <a:ext cx="0" cy="0"/>
          <a:chOff x="0" y="0"/>
          <a:chExt cx="0" cy="0"/>
        </a:xfrm>
      </p:grpSpPr>
      <p:sp>
        <p:nvSpPr>
          <p:cNvPr id="3" name="标题 1"/>
          <p:cNvSpPr>
            <a:spLocks noGrp="1"/>
          </p:cNvSpPr>
          <p:nvPr>
            <p:ph type="ctrTitle" hasCustomPrompt="1"/>
          </p:nvPr>
        </p:nvSpPr>
        <p:spPr>
          <a:xfrm>
            <a:off x="422897" y="576263"/>
            <a:ext cx="5646541" cy="3304494"/>
          </a:xfrm>
        </p:spPr>
        <p:txBody>
          <a:bodyPr rtlCol="0" anchor="b" anchorCtr="0">
            <a:normAutofit/>
          </a:bodyPr>
          <a:lstStyle>
            <a:lvl1pPr>
              <a:defRPr lang="zh-CN" sz="4400"/>
            </a:lvl1pPr>
          </a:lstStyle>
          <a:p>
            <a:pPr algn="l" rtl="0">
              <a:lnSpc>
                <a:spcPts val="5800"/>
              </a:lnSpc>
            </a:pPr>
            <a:r>
              <a:rPr lang="zh-CN" sz="4800" dirty="0"/>
              <a:t>单击此处添加标题 </a:t>
            </a:r>
            <a:endParaRPr lang="zh-CN" sz="4800" dirty="0"/>
          </a:p>
        </p:txBody>
      </p:sp>
      <p:sp>
        <p:nvSpPr>
          <p:cNvPr id="4" name="文本占位符 14"/>
          <p:cNvSpPr>
            <a:spLocks noGrp="1"/>
          </p:cNvSpPr>
          <p:nvPr>
            <p:ph type="body" sz="quarter" idx="10" hasCustomPrompt="1"/>
          </p:nvPr>
        </p:nvSpPr>
        <p:spPr>
          <a:xfrm>
            <a:off x="422275" y="4148138"/>
            <a:ext cx="5673726" cy="1528762"/>
          </a:xfrm>
        </p:spPr>
        <p:txBody>
          <a:bodyPr rtlCol="0"/>
          <a:lstStyle>
            <a:lvl1pPr marL="0" indent="0">
              <a:buNone/>
              <a:defRPr lang="zh-CN"/>
            </a:lvl1pPr>
          </a:lstStyle>
          <a:p>
            <a:pPr lvl="0" rtl="0"/>
            <a:r>
              <a:rPr lang="zh-CN" dirty="0"/>
              <a:t>单击此处添加副标题</a:t>
            </a:r>
            <a:endParaRPr lang="zh-CN" dirty="0"/>
          </a:p>
        </p:txBody>
      </p:sp>
      <p:sp>
        <p:nvSpPr>
          <p:cNvPr id="2" name="图片占位符 13"/>
          <p:cNvSpPr>
            <a:spLocks noGrp="1"/>
          </p:cNvSpPr>
          <p:nvPr>
            <p:ph type="pic" sz="quarter" idx="13"/>
          </p:nvPr>
        </p:nvSpPr>
        <p:spPr>
          <a:xfrm>
            <a:off x="6483095" y="-1"/>
            <a:ext cx="5013087" cy="6857998"/>
          </a:xfrm>
          <a:solidFill>
            <a:schemeClr val="accent3"/>
          </a:solidFill>
        </p:spPr>
        <p:txBody>
          <a:bodyPr rtlCol="0">
            <a:normAutofit/>
          </a:bodyPr>
          <a:lstStyle>
            <a:lvl1pPr marL="0" indent="0" algn="ctr">
              <a:buNone/>
              <a:defRPr lang="zh-CN" sz="1800"/>
            </a:lvl1pPr>
          </a:lstStyle>
          <a:p>
            <a:pPr rtl="0"/>
            <a:r>
              <a:rPr lang="zh-CN" altLang="en-US"/>
              <a:t>单击图标添加图片</a:t>
            </a:r>
            <a:endParaRPr lang="zh-CN" dirty="0"/>
          </a:p>
        </p:txBody>
      </p:sp>
      <p:sp>
        <p:nvSpPr>
          <p:cNvPr id="6" name="长方形 5"/>
          <p:cNvSpPr/>
          <p:nvPr userDrawn="1"/>
        </p:nvSpPr>
        <p:spPr>
          <a:xfrm rot="10800000">
            <a:off x="11504656" y="2020824"/>
            <a:ext cx="687343" cy="1896697"/>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defPPr>
              <a:defRPr lang="zh-CN"/>
            </a:defPPr>
          </a:lstStyle>
          <a:p>
            <a:pPr marL="0" marR="0" indent="0" algn="ctr" defTabSz="825500" rtl="0" fontAlgn="auto" latinLnBrk="0" hangingPunct="0">
              <a:lnSpc>
                <a:spcPct val="100000"/>
              </a:lnSpc>
              <a:spcBef>
                <a:spcPts val="0"/>
              </a:spcBef>
              <a:spcAft>
                <a:spcPts val="0"/>
              </a:spcAft>
              <a:buClrTx/>
              <a:buSzTx/>
              <a:buFontTx/>
              <a:buNone/>
            </a:pPr>
            <a:endParaRPr kumimoji="0" lang="zh-CN" sz="3000" b="1" i="0" u="none" strike="noStrike" cap="none" spc="0" normalizeH="0" baseline="0" dirty="0">
              <a:ln>
                <a:noFill/>
              </a:ln>
              <a:solidFill>
                <a:srgbClr val="000000"/>
              </a:solidFill>
              <a:effectLst/>
              <a:uFillTx/>
              <a:latin typeface="Microsoft YaHei UI"/>
              <a:ea typeface="Helvetica Neue Medium"/>
              <a:cs typeface="Microsoft YaHei UI"/>
              <a:sym typeface="Helvetica Neue Medium"/>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9" name="长方形 8"/>
          <p:cNvSpPr/>
          <p:nvPr userDrawn="1"/>
        </p:nvSpPr>
        <p:spPr>
          <a:xfrm rot="10800000">
            <a:off x="11491640" y="0"/>
            <a:ext cx="708823" cy="713232"/>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defPPr>
              <a:defRPr lang="zh-CN"/>
            </a:defPPr>
          </a:lstStyle>
          <a:p>
            <a:pPr marL="0" marR="0" indent="0" algn="ctr" defTabSz="825500" rtl="0" fontAlgn="auto" latinLnBrk="0" hangingPunct="0">
              <a:lnSpc>
                <a:spcPct val="100000"/>
              </a:lnSpc>
              <a:spcBef>
                <a:spcPts val="0"/>
              </a:spcBef>
              <a:spcAft>
                <a:spcPts val="0"/>
              </a:spcAft>
              <a:buClrTx/>
              <a:buSzTx/>
              <a:buFontTx/>
              <a:buNone/>
            </a:pPr>
            <a:endParaRPr kumimoji="0" lang="zh-CN" sz="3000" b="1" i="0" u="none" strike="noStrike" cap="none" spc="0" normalizeH="0" baseline="0" dirty="0">
              <a:ln>
                <a:noFill/>
              </a:ln>
              <a:solidFill>
                <a:srgbClr val="000000"/>
              </a:solidFill>
              <a:effectLst/>
              <a:uFillTx/>
              <a:latin typeface="Microsoft YaHei UI"/>
              <a:ea typeface="Helvetica Neue Medium"/>
              <a:cs typeface="Microsoft YaHei UI"/>
              <a:sym typeface="Helvetica Neue Medium"/>
            </a:endParaRPr>
          </a:p>
        </p:txBody>
      </p:sp>
      <p:sp>
        <p:nvSpPr>
          <p:cNvPr id="2" name="标题 1"/>
          <p:cNvSpPr>
            <a:spLocks noGrp="1"/>
          </p:cNvSpPr>
          <p:nvPr>
            <p:ph type="title" hasCustomPrompt="1"/>
          </p:nvPr>
        </p:nvSpPr>
        <p:spPr>
          <a:xfrm>
            <a:off x="422178" y="365125"/>
            <a:ext cx="10660350" cy="1325563"/>
          </a:xfrm>
        </p:spPr>
        <p:txBody>
          <a:bodyPr rtlCol="0">
            <a:normAutofit/>
          </a:bodyPr>
          <a:lstStyle>
            <a:lvl1pPr>
              <a:defRPr lang="zh-CN" sz="4400"/>
            </a:lvl1pPr>
          </a:lstStyle>
          <a:p>
            <a:pPr rtl="0"/>
            <a:r>
              <a:rPr lang="zh-CN" dirty="0"/>
              <a:t>单击此处添加标题</a:t>
            </a:r>
            <a:endParaRPr lang="zh-CN" dirty="0"/>
          </a:p>
        </p:txBody>
      </p:sp>
      <p:sp>
        <p:nvSpPr>
          <p:cNvPr id="4" name="内容占位符 3"/>
          <p:cNvSpPr>
            <a:spLocks noGrp="1"/>
          </p:cNvSpPr>
          <p:nvPr>
            <p:ph sz="half" idx="2" hasCustomPrompt="1"/>
          </p:nvPr>
        </p:nvSpPr>
        <p:spPr>
          <a:xfrm>
            <a:off x="422178" y="2198914"/>
            <a:ext cx="5157787" cy="3455925"/>
          </a:xfrm>
        </p:spPr>
        <p:txBody>
          <a:bodyPr rtlCol="0">
            <a:normAutofit/>
          </a:bodyPr>
          <a:lstStyle>
            <a:lvl1pPr marL="0" indent="0">
              <a:spcBef>
                <a:spcPts val="1000"/>
              </a:spcBef>
              <a:buNone/>
              <a:defRPr lang="zh-CN" sz="1800"/>
            </a:lvl1pPr>
            <a:lvl2pPr marL="228600">
              <a:spcBef>
                <a:spcPts val="1000"/>
              </a:spcBef>
              <a:defRPr lang="zh-CN" sz="1800"/>
            </a:lvl2pPr>
            <a:lvl3pPr marL="685800">
              <a:spcBef>
                <a:spcPts val="1000"/>
              </a:spcBef>
              <a:defRPr lang="zh-CN" sz="1800"/>
            </a:lvl3pPr>
            <a:lvl4pPr marL="1143000">
              <a:spcBef>
                <a:spcPts val="1000"/>
              </a:spcBef>
              <a:defRPr lang="zh-CN" sz="1800"/>
            </a:lvl4pPr>
            <a:lvl5pPr marL="1600200">
              <a:spcBef>
                <a:spcPts val="1000"/>
              </a:spcBef>
              <a:defRPr lang="zh-CN" sz="1800"/>
            </a:lvl5pPr>
          </a:lstStyle>
          <a:p>
            <a:pPr lvl="0" rtl="0"/>
            <a:r>
              <a:rPr lang="zh-CN" dirty="0"/>
              <a:t>单击此处添加内容</a:t>
            </a:r>
            <a:endParaRPr lang="zh-CN" dirty="0"/>
          </a:p>
          <a:p>
            <a:pPr lvl="1" rtl="0"/>
            <a:r>
              <a:rPr lang="zh-CN" dirty="0"/>
              <a:t>第二级</a:t>
            </a:r>
            <a:endParaRPr lang="zh-CN" dirty="0"/>
          </a:p>
          <a:p>
            <a:pPr lvl="2" rtl="0"/>
            <a:r>
              <a:rPr lang="zh-CN" dirty="0"/>
              <a:t>第三级</a:t>
            </a:r>
            <a:endParaRPr lang="zh-CN" dirty="0"/>
          </a:p>
          <a:p>
            <a:pPr lvl="3" rtl="0"/>
            <a:r>
              <a:rPr lang="zh-CN" dirty="0"/>
              <a:t>第四级</a:t>
            </a:r>
            <a:endParaRPr lang="zh-CN" dirty="0"/>
          </a:p>
          <a:p>
            <a:pPr lvl="4" rtl="0"/>
            <a:r>
              <a:rPr lang="zh-CN" dirty="0"/>
              <a:t>第五级</a:t>
            </a:r>
            <a:endParaRPr lang="zh-CN" dirty="0"/>
          </a:p>
        </p:txBody>
      </p:sp>
      <p:sp>
        <p:nvSpPr>
          <p:cNvPr id="10" name="日期占位符 9"/>
          <p:cNvSpPr>
            <a:spLocks noGrp="1"/>
          </p:cNvSpPr>
          <p:nvPr>
            <p:ph type="dt" sz="half" idx="10"/>
          </p:nvPr>
        </p:nvSpPr>
        <p:spPr/>
        <p:txBody>
          <a:bodyPr rtlCol="0"/>
          <a:lstStyle>
            <a:defPPr>
              <a:defRPr lang="zh-CN"/>
            </a:defPPr>
          </a:lstStyle>
          <a:p>
            <a:pPr rtl="0"/>
            <a:r>
              <a:rPr lang="zh-CN" dirty="0"/>
              <a:t>20XX</a:t>
            </a:r>
            <a:endParaRPr lang="zh-CN" dirty="0"/>
          </a:p>
        </p:txBody>
      </p:sp>
      <p:sp>
        <p:nvSpPr>
          <p:cNvPr id="11" name="页脚占位符 10"/>
          <p:cNvSpPr>
            <a:spLocks noGrp="1"/>
          </p:cNvSpPr>
          <p:nvPr>
            <p:ph type="ftr" sz="quarter" idx="11"/>
          </p:nvPr>
        </p:nvSpPr>
        <p:spPr/>
        <p:txBody>
          <a:bodyPr rtlCol="0"/>
          <a:lstStyle>
            <a:defPPr>
              <a:defRPr lang="zh-CN"/>
            </a:defPPr>
          </a:lstStyle>
          <a:p>
            <a:pPr rtl="0"/>
            <a:r>
              <a:rPr lang="zh-CN" dirty="0"/>
              <a:t>示例页脚文本</a:t>
            </a:r>
            <a:endParaRPr lang="zh-CN" dirty="0"/>
          </a:p>
        </p:txBody>
      </p:sp>
      <p:sp>
        <p:nvSpPr>
          <p:cNvPr id="12" name="灯片编号占位符 11"/>
          <p:cNvSpPr>
            <a:spLocks noGrp="1"/>
          </p:cNvSpPr>
          <p:nvPr>
            <p:ph type="sldNum" sz="quarter" idx="12"/>
          </p:nvPr>
        </p:nvSpPr>
        <p:spPr>
          <a:xfrm>
            <a:off x="11503152" y="0"/>
            <a:ext cx="685800" cy="685800"/>
          </a:xfrm>
        </p:spPr>
        <p:txBody>
          <a:bodyPr rtlCol="0"/>
          <a:lstStyle>
            <a:defPPr>
              <a:defRPr lang="zh-CN"/>
            </a:defPPr>
          </a:lstStyle>
          <a:p>
            <a:pPr rtl="0"/>
            <a:fld id="{3A4F6043-7A67-491B-98BC-F933DED7226D}" type="slidenum">
              <a:rPr lang="zh-CN" smtClean="0"/>
            </a:fld>
            <a:endParaRPr lang="zh-CN" dirty="0"/>
          </a:p>
        </p:txBody>
      </p:sp>
      <p:sp>
        <p:nvSpPr>
          <p:cNvPr id="3" name="内容占位符 3"/>
          <p:cNvSpPr>
            <a:spLocks noGrp="1"/>
          </p:cNvSpPr>
          <p:nvPr>
            <p:ph sz="half" idx="13" hasCustomPrompt="1"/>
          </p:nvPr>
        </p:nvSpPr>
        <p:spPr>
          <a:xfrm>
            <a:off x="5924741" y="2198913"/>
            <a:ext cx="5157787" cy="3455925"/>
          </a:xfrm>
        </p:spPr>
        <p:txBody>
          <a:bodyPr rtlCol="0">
            <a:normAutofit/>
          </a:bodyPr>
          <a:lstStyle>
            <a:lvl1pPr marL="0" indent="0">
              <a:spcBef>
                <a:spcPts val="1000"/>
              </a:spcBef>
              <a:buNone/>
              <a:defRPr lang="zh-CN" sz="1800"/>
            </a:lvl1pPr>
            <a:lvl2pPr marL="228600">
              <a:spcBef>
                <a:spcPts val="1000"/>
              </a:spcBef>
              <a:defRPr lang="zh-CN" sz="1800"/>
            </a:lvl2pPr>
            <a:lvl3pPr marL="685800">
              <a:spcBef>
                <a:spcPts val="1000"/>
              </a:spcBef>
              <a:defRPr lang="zh-CN" sz="1800"/>
            </a:lvl3pPr>
            <a:lvl4pPr marL="1143000">
              <a:spcBef>
                <a:spcPts val="1000"/>
              </a:spcBef>
              <a:defRPr lang="zh-CN" sz="1800"/>
            </a:lvl4pPr>
            <a:lvl5pPr marL="1600200">
              <a:spcBef>
                <a:spcPts val="1000"/>
              </a:spcBef>
              <a:defRPr lang="zh-CN" sz="1800"/>
            </a:lvl5pPr>
          </a:lstStyle>
          <a:p>
            <a:pPr lvl="0" rtl="0"/>
            <a:r>
              <a:rPr lang="zh-CN" dirty="0"/>
              <a:t>单击此处添加内容</a:t>
            </a:r>
            <a:endParaRPr lang="zh-CN" dirty="0"/>
          </a:p>
          <a:p>
            <a:pPr lvl="1" rtl="0"/>
            <a:r>
              <a:rPr lang="zh-CN" dirty="0"/>
              <a:t>第二级</a:t>
            </a:r>
            <a:endParaRPr lang="zh-CN" dirty="0"/>
          </a:p>
          <a:p>
            <a:pPr lvl="2" rtl="0"/>
            <a:r>
              <a:rPr lang="zh-CN" dirty="0"/>
              <a:t>第三级</a:t>
            </a:r>
            <a:endParaRPr lang="zh-CN" dirty="0"/>
          </a:p>
          <a:p>
            <a:pPr lvl="3" rtl="0"/>
            <a:r>
              <a:rPr lang="zh-CN" dirty="0"/>
              <a:t>第四级</a:t>
            </a:r>
            <a:endParaRPr lang="zh-CN" dirty="0"/>
          </a:p>
          <a:p>
            <a:pPr lvl="4" rtl="0"/>
            <a:r>
              <a:rPr lang="zh-CN" dirty="0"/>
              <a:t>第五级</a:t>
            </a:r>
            <a:endParaRPr lang="zh-C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标题和两个带副标题的内容 2">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20624" y="365125"/>
            <a:ext cx="10654936" cy="1325563"/>
          </a:xfrm>
        </p:spPr>
        <p:txBody>
          <a:bodyPr rtlCol="0">
            <a:normAutofit/>
          </a:bodyPr>
          <a:lstStyle>
            <a:lvl1pPr>
              <a:defRPr lang="zh-CN" sz="4400"/>
            </a:lvl1pPr>
          </a:lstStyle>
          <a:p>
            <a:pPr rtl="0"/>
            <a:r>
              <a:rPr lang="zh-CN" sz="4400" dirty="0"/>
              <a:t>单击此处添加标题 </a:t>
            </a:r>
            <a:endParaRPr lang="zh-CN" dirty="0"/>
          </a:p>
        </p:txBody>
      </p:sp>
      <p:sp>
        <p:nvSpPr>
          <p:cNvPr id="6" name="内容占位符 5"/>
          <p:cNvSpPr>
            <a:spLocks noGrp="1"/>
          </p:cNvSpPr>
          <p:nvPr>
            <p:ph sz="quarter" idx="4" hasCustomPrompt="1"/>
          </p:nvPr>
        </p:nvSpPr>
        <p:spPr>
          <a:xfrm>
            <a:off x="7105342" y="2198914"/>
            <a:ext cx="3970218" cy="3445987"/>
          </a:xfrm>
        </p:spPr>
        <p:txBody>
          <a:bodyPr rtlCol="0">
            <a:normAutofit/>
          </a:bodyPr>
          <a:lstStyle>
            <a:lvl1pPr>
              <a:defRPr lang="zh-CN" sz="1800"/>
            </a:lvl1pPr>
            <a:lvl2pPr>
              <a:defRPr lang="zh-CN" sz="1800"/>
            </a:lvl2pPr>
            <a:lvl3pPr>
              <a:defRPr lang="zh-CN" sz="1400"/>
            </a:lvl3pPr>
            <a:lvl4pPr>
              <a:defRPr lang="zh-CN" sz="1200"/>
            </a:lvl4pPr>
            <a:lvl5pPr>
              <a:defRPr lang="zh-CN" sz="1100"/>
            </a:lvl5pPr>
          </a:lstStyle>
          <a:p>
            <a:pPr lvl="0" rtl="0"/>
            <a:r>
              <a:rPr lang="zh-CN" dirty="0"/>
              <a:t>单击此处添加内容</a:t>
            </a:r>
            <a:endParaRPr lang="zh-CN" dirty="0"/>
          </a:p>
          <a:p>
            <a:pPr lvl="1" rtl="0"/>
            <a:r>
              <a:rPr lang="zh-CN" dirty="0"/>
              <a:t>第二级</a:t>
            </a:r>
            <a:endParaRPr lang="zh-CN" dirty="0"/>
          </a:p>
          <a:p>
            <a:pPr lvl="2" rtl="0"/>
            <a:r>
              <a:rPr lang="zh-CN" dirty="0"/>
              <a:t>第三级</a:t>
            </a:r>
            <a:endParaRPr lang="zh-CN" dirty="0"/>
          </a:p>
          <a:p>
            <a:pPr lvl="3" rtl="0"/>
            <a:r>
              <a:rPr lang="zh-CN" dirty="0"/>
              <a:t>第四级</a:t>
            </a:r>
            <a:endParaRPr lang="zh-CN" dirty="0"/>
          </a:p>
          <a:p>
            <a:pPr lvl="4" rtl="0"/>
            <a:r>
              <a:rPr lang="zh-CN" dirty="0"/>
              <a:t>第五级</a:t>
            </a:r>
            <a:endParaRPr lang="zh-CN" dirty="0"/>
          </a:p>
        </p:txBody>
      </p:sp>
      <p:sp>
        <p:nvSpPr>
          <p:cNvPr id="10" name="幻灯片编号占位符 5"/>
          <p:cNvSpPr>
            <a:spLocks noGrp="1"/>
          </p:cNvSpPr>
          <p:nvPr>
            <p:ph type="sldNum" sz="quarter" idx="14"/>
          </p:nvPr>
        </p:nvSpPr>
        <p:spPr>
          <a:xfrm>
            <a:off x="11503152" y="0"/>
            <a:ext cx="685800" cy="685800"/>
          </a:xfrm>
          <a:prstGeom prst="rect">
            <a:avLst/>
          </a:prstGeom>
        </p:spPr>
        <p:txBody>
          <a:bodyPr vert="horz" lIns="91440" tIns="45720" rIns="91440" bIns="45720" rtlCol="0" anchor="ctr"/>
          <a:lstStyle>
            <a:lvl1pPr algn="ctr">
              <a:defRPr lang="zh-CN" sz="1200">
                <a:solidFill>
                  <a:schemeClr val="tx2"/>
                </a:solidFill>
              </a:defRPr>
            </a:lvl1pPr>
          </a:lstStyle>
          <a:p>
            <a:pPr rtl="0"/>
            <a:fld id="{3A4F6043-7A67-491B-98BC-F933DED7226D}" type="slidenum">
              <a:rPr lang="zh-CN" smtClean="0"/>
            </a:fld>
            <a:endParaRPr lang="zh-CN" dirty="0"/>
          </a:p>
        </p:txBody>
      </p:sp>
      <p:sp>
        <p:nvSpPr>
          <p:cNvPr id="12" name="长方形 11"/>
          <p:cNvSpPr/>
          <p:nvPr userDrawn="1"/>
        </p:nvSpPr>
        <p:spPr>
          <a:xfrm rot="10800000">
            <a:off x="11504656" y="2020824"/>
            <a:ext cx="687343" cy="1896697"/>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defPPr>
              <a:defRPr lang="zh-CN"/>
            </a:defPPr>
          </a:lstStyle>
          <a:p>
            <a:pPr marL="0" marR="0" indent="0" algn="ctr" defTabSz="825500" rtl="0" fontAlgn="auto" latinLnBrk="0" hangingPunct="0">
              <a:lnSpc>
                <a:spcPct val="100000"/>
              </a:lnSpc>
              <a:spcBef>
                <a:spcPts val="0"/>
              </a:spcBef>
              <a:spcAft>
                <a:spcPts val="0"/>
              </a:spcAft>
              <a:buClrTx/>
              <a:buSzTx/>
              <a:buFontTx/>
              <a:buNone/>
            </a:pPr>
            <a:endParaRPr kumimoji="0" lang="zh-CN" sz="3000" b="1" i="0" u="none" strike="noStrike" cap="none" spc="0" normalizeH="0" baseline="0" dirty="0">
              <a:ln>
                <a:noFill/>
              </a:ln>
              <a:solidFill>
                <a:srgbClr val="000000"/>
              </a:solidFill>
              <a:effectLst/>
              <a:uFillTx/>
              <a:latin typeface="Microsoft YaHei UI"/>
              <a:ea typeface="Helvetica Neue Medium"/>
              <a:cs typeface="Microsoft YaHei UI"/>
              <a:sym typeface="Helvetica Neue Medium"/>
            </a:endParaRPr>
          </a:p>
        </p:txBody>
      </p:sp>
      <p:sp>
        <p:nvSpPr>
          <p:cNvPr id="3" name="内容占位符 3"/>
          <p:cNvSpPr>
            <a:spLocks noGrp="1"/>
          </p:cNvSpPr>
          <p:nvPr>
            <p:ph sz="half" idx="15" hasCustomPrompt="1"/>
          </p:nvPr>
        </p:nvSpPr>
        <p:spPr>
          <a:xfrm>
            <a:off x="422178" y="2198914"/>
            <a:ext cx="6487908" cy="3455925"/>
          </a:xfrm>
        </p:spPr>
        <p:txBody>
          <a:bodyPr rtlCol="0">
            <a:normAutofit/>
          </a:bodyPr>
          <a:lstStyle>
            <a:lvl1pPr marL="0" indent="0">
              <a:spcBef>
                <a:spcPts val="1000"/>
              </a:spcBef>
              <a:buNone/>
              <a:defRPr lang="zh-CN" sz="1800"/>
            </a:lvl1pPr>
            <a:lvl2pPr marL="228600">
              <a:spcBef>
                <a:spcPts val="1000"/>
              </a:spcBef>
              <a:defRPr lang="zh-CN" sz="1800"/>
            </a:lvl2pPr>
            <a:lvl3pPr marL="685800">
              <a:spcBef>
                <a:spcPts val="1000"/>
              </a:spcBef>
              <a:defRPr lang="zh-CN" sz="1800"/>
            </a:lvl3pPr>
            <a:lvl4pPr marL="1143000">
              <a:spcBef>
                <a:spcPts val="1000"/>
              </a:spcBef>
              <a:defRPr lang="zh-CN" sz="1800"/>
            </a:lvl4pPr>
            <a:lvl5pPr marL="1600200">
              <a:spcBef>
                <a:spcPts val="1000"/>
              </a:spcBef>
              <a:defRPr lang="zh-CN" sz="1800"/>
            </a:lvl5pPr>
          </a:lstStyle>
          <a:p>
            <a:pPr lvl="0" rtl="0"/>
            <a:r>
              <a:rPr lang="zh-CN" dirty="0"/>
              <a:t>单击此处添加内容</a:t>
            </a:r>
            <a:endParaRPr lang="zh-CN" dirty="0"/>
          </a:p>
          <a:p>
            <a:pPr lvl="1" rtl="0"/>
            <a:r>
              <a:rPr lang="zh-CN" dirty="0"/>
              <a:t>第二级</a:t>
            </a:r>
            <a:endParaRPr lang="zh-CN" dirty="0"/>
          </a:p>
          <a:p>
            <a:pPr lvl="2" rtl="0"/>
            <a:r>
              <a:rPr lang="zh-CN" dirty="0"/>
              <a:t>第三级</a:t>
            </a:r>
            <a:endParaRPr lang="zh-CN" dirty="0"/>
          </a:p>
          <a:p>
            <a:pPr lvl="3" rtl="0"/>
            <a:r>
              <a:rPr lang="zh-CN" dirty="0"/>
              <a:t>第四级</a:t>
            </a:r>
            <a:endParaRPr lang="zh-CN" dirty="0"/>
          </a:p>
          <a:p>
            <a:pPr lvl="4" rtl="0"/>
            <a:r>
              <a:rPr lang="zh-CN" dirty="0"/>
              <a:t>第五级</a:t>
            </a:r>
            <a:endParaRPr lang="zh-C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标题和内容 2">
    <p:spTree>
      <p:nvGrpSpPr>
        <p:cNvPr id="1" name=""/>
        <p:cNvGrpSpPr/>
        <p:nvPr/>
      </p:nvGrpSpPr>
      <p:grpSpPr>
        <a:xfrm>
          <a:off x="0" y="0"/>
          <a:ext cx="0" cy="0"/>
          <a:chOff x="0" y="0"/>
          <a:chExt cx="0" cy="0"/>
        </a:xfrm>
      </p:grpSpPr>
      <p:sp>
        <p:nvSpPr>
          <p:cNvPr id="5" name="长方形 4"/>
          <p:cNvSpPr/>
          <p:nvPr userDrawn="1"/>
        </p:nvSpPr>
        <p:spPr>
          <a:xfrm rot="10800000">
            <a:off x="11491640" y="5610"/>
            <a:ext cx="708823" cy="713232"/>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defPPr>
              <a:defRPr lang="zh-CN"/>
            </a:defPPr>
          </a:lstStyle>
          <a:p>
            <a:pPr marL="0" marR="0" indent="0" algn="ctr" defTabSz="825500" rtl="0" fontAlgn="auto" latinLnBrk="0" hangingPunct="0">
              <a:lnSpc>
                <a:spcPct val="100000"/>
              </a:lnSpc>
              <a:spcBef>
                <a:spcPts val="0"/>
              </a:spcBef>
              <a:spcAft>
                <a:spcPts val="0"/>
              </a:spcAft>
              <a:buClrTx/>
              <a:buSzTx/>
              <a:buFontTx/>
              <a:buNone/>
            </a:pPr>
            <a:endParaRPr kumimoji="0" lang="zh-CN" sz="3000" b="1" i="0" u="none" strike="noStrike" cap="none" spc="0" normalizeH="0" baseline="0" dirty="0">
              <a:ln>
                <a:noFill/>
              </a:ln>
              <a:solidFill>
                <a:srgbClr val="000000"/>
              </a:solidFill>
              <a:effectLst/>
              <a:uFillTx/>
              <a:latin typeface="Microsoft YaHei UI"/>
              <a:ea typeface="Helvetica Neue Medium"/>
              <a:cs typeface="Microsoft YaHei UI"/>
              <a:sym typeface="Helvetica Neue Medium"/>
            </a:endParaRPr>
          </a:p>
        </p:txBody>
      </p:sp>
      <p:sp>
        <p:nvSpPr>
          <p:cNvPr id="3" name="标题 2"/>
          <p:cNvSpPr>
            <a:spLocks noGrp="1"/>
          </p:cNvSpPr>
          <p:nvPr>
            <p:ph type="title" hasCustomPrompt="1"/>
          </p:nvPr>
        </p:nvSpPr>
        <p:spPr>
          <a:xfrm>
            <a:off x="393843" y="667582"/>
            <a:ext cx="5102717" cy="2482018"/>
          </a:xfrm>
        </p:spPr>
        <p:txBody>
          <a:bodyPr rtlCol="0" anchor="t" anchorCtr="0">
            <a:noAutofit/>
          </a:bodyPr>
          <a:lstStyle>
            <a:lvl1pPr>
              <a:defRPr lang="zh-CN" sz="4400"/>
            </a:lvl1pPr>
          </a:lstStyle>
          <a:p>
            <a:pPr rtl="0"/>
            <a:r>
              <a:rPr lang="zh-CN" sz="4400" dirty="0"/>
              <a:t>单击此处添加标题 </a:t>
            </a:r>
            <a:endParaRPr lang="zh-CN" dirty="0"/>
          </a:p>
        </p:txBody>
      </p:sp>
      <p:sp>
        <p:nvSpPr>
          <p:cNvPr id="8" name="内容占位符 7"/>
          <p:cNvSpPr>
            <a:spLocks noGrp="1"/>
          </p:cNvSpPr>
          <p:nvPr>
            <p:ph sz="quarter" idx="15" hasCustomPrompt="1"/>
          </p:nvPr>
        </p:nvSpPr>
        <p:spPr>
          <a:xfrm>
            <a:off x="5668964" y="667582"/>
            <a:ext cx="5827220" cy="2482018"/>
          </a:xfrm>
        </p:spPr>
        <p:txBody>
          <a:bodyPr tIns="91440" rtlCol="0">
            <a:normAutofit/>
          </a:bodyPr>
          <a:lstStyle>
            <a:lvl1pPr marL="0" indent="0">
              <a:buNone/>
              <a:defRPr lang="zh-CN" sz="1800">
                <a:solidFill>
                  <a:schemeClr val="tx2"/>
                </a:solidFill>
              </a:defRPr>
            </a:lvl1pPr>
            <a:lvl2pPr marL="457200" indent="0">
              <a:buNone/>
              <a:defRPr lang="zh-CN" sz="1800">
                <a:solidFill>
                  <a:schemeClr val="tx2"/>
                </a:solidFill>
              </a:defRPr>
            </a:lvl2pPr>
            <a:lvl3pPr marL="914400" indent="0">
              <a:buNone/>
              <a:defRPr lang="zh-CN" sz="1800">
                <a:solidFill>
                  <a:schemeClr val="tx2"/>
                </a:solidFill>
              </a:defRPr>
            </a:lvl3pPr>
            <a:lvl4pPr marL="1371600" indent="0">
              <a:buNone/>
              <a:defRPr lang="zh-CN" sz="1800">
                <a:solidFill>
                  <a:schemeClr val="tx2"/>
                </a:solidFill>
              </a:defRPr>
            </a:lvl4pPr>
            <a:lvl5pPr marL="1828800" indent="0">
              <a:buNone/>
              <a:defRPr lang="zh-CN" sz="1800">
                <a:solidFill>
                  <a:schemeClr val="tx2"/>
                </a:solidFill>
              </a:defRPr>
            </a:lvl5pPr>
          </a:lstStyle>
          <a:p>
            <a:pPr lvl="0" rtl="0"/>
            <a:r>
              <a:rPr lang="zh-CN" dirty="0"/>
              <a:t>单击此处添加内容</a:t>
            </a:r>
            <a:endParaRPr lang="zh-CN" dirty="0"/>
          </a:p>
          <a:p>
            <a:pPr lvl="1" rtl="0"/>
            <a:r>
              <a:rPr lang="zh-CN" dirty="0"/>
              <a:t>第二级</a:t>
            </a:r>
            <a:endParaRPr lang="zh-CN" dirty="0"/>
          </a:p>
          <a:p>
            <a:pPr lvl="2" rtl="0"/>
            <a:r>
              <a:rPr lang="zh-CN" dirty="0"/>
              <a:t>第三级</a:t>
            </a:r>
            <a:endParaRPr lang="zh-CN" dirty="0"/>
          </a:p>
          <a:p>
            <a:pPr lvl="3" rtl="0"/>
            <a:r>
              <a:rPr lang="zh-CN" dirty="0"/>
              <a:t>第四级</a:t>
            </a:r>
            <a:endParaRPr lang="zh-CN" dirty="0"/>
          </a:p>
          <a:p>
            <a:pPr lvl="4" rtl="0"/>
            <a:r>
              <a:rPr lang="zh-CN" dirty="0"/>
              <a:t>第五级</a:t>
            </a:r>
            <a:endParaRPr lang="zh-CN" dirty="0"/>
          </a:p>
        </p:txBody>
      </p:sp>
      <p:sp>
        <p:nvSpPr>
          <p:cNvPr id="11" name="图片占位符 10"/>
          <p:cNvSpPr>
            <a:spLocks noGrp="1"/>
          </p:cNvSpPr>
          <p:nvPr>
            <p:ph type="pic" sz="quarter" idx="13"/>
          </p:nvPr>
        </p:nvSpPr>
        <p:spPr>
          <a:xfrm>
            <a:off x="393843" y="3362959"/>
            <a:ext cx="11102339" cy="2827459"/>
          </a:xfrm>
          <a:solidFill>
            <a:schemeClr val="accent3"/>
          </a:solidFill>
        </p:spPr>
        <p:txBody>
          <a:bodyPr rtlCol="0">
            <a:normAutofit/>
          </a:bodyPr>
          <a:lstStyle>
            <a:lvl1pPr marL="0" indent="0" algn="ctr">
              <a:buNone/>
              <a:defRPr lang="zh-CN" sz="1800"/>
            </a:lvl1pPr>
          </a:lstStyle>
          <a:p>
            <a:pPr rtl="0"/>
            <a:r>
              <a:rPr lang="zh-CN" altLang="en-US"/>
              <a:t>单击图标添加图片</a:t>
            </a:r>
            <a:endParaRPr lang="zh-CN" dirty="0"/>
          </a:p>
        </p:txBody>
      </p:sp>
      <p:sp>
        <p:nvSpPr>
          <p:cNvPr id="10" name="幻灯片编号占位符 5"/>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lang="zh-CN" sz="1200">
                <a:solidFill>
                  <a:schemeClr val="tx2"/>
                </a:solidFill>
              </a:defRPr>
            </a:lvl1pPr>
          </a:lstStyle>
          <a:p>
            <a:pPr rtl="0"/>
            <a:fld id="{3A4F6043-7A67-491B-98BC-F933DED7226D}" type="slidenum">
              <a:rPr lang="zh-CN" smtClean="0"/>
            </a:fld>
            <a:endParaRPr lang="zh-C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内容和表格">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20623" y="365760"/>
            <a:ext cx="11067089" cy="1325880"/>
          </a:xfrm>
        </p:spPr>
        <p:txBody>
          <a:bodyPr rtlCol="0" anchor="ctr">
            <a:normAutofit/>
          </a:bodyPr>
          <a:lstStyle>
            <a:lvl1pPr>
              <a:lnSpc>
                <a:spcPts val="2800"/>
              </a:lnSpc>
              <a:spcBef>
                <a:spcPts val="1000"/>
              </a:spcBef>
              <a:defRPr lang="zh-CN" sz="4400" b="0" i="0"/>
            </a:lvl1pPr>
          </a:lstStyle>
          <a:p>
            <a:pPr rtl="0"/>
            <a:r>
              <a:rPr lang="zh-CN" sz="4400" dirty="0"/>
              <a:t>单击此处添加标题 </a:t>
            </a:r>
            <a:endParaRPr lang="zh-CN" dirty="0"/>
          </a:p>
        </p:txBody>
      </p:sp>
      <p:sp>
        <p:nvSpPr>
          <p:cNvPr id="14" name="长方形 13"/>
          <p:cNvSpPr/>
          <p:nvPr userDrawn="1"/>
        </p:nvSpPr>
        <p:spPr>
          <a:xfrm rot="10800000">
            <a:off x="11504656" y="2020824"/>
            <a:ext cx="687343" cy="1896697"/>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defPPr>
              <a:defRPr lang="zh-CN"/>
            </a:defPPr>
          </a:lstStyle>
          <a:p>
            <a:pPr marL="0" marR="0" indent="0" algn="ctr" defTabSz="825500" rtl="0" fontAlgn="auto" latinLnBrk="0" hangingPunct="0">
              <a:lnSpc>
                <a:spcPct val="100000"/>
              </a:lnSpc>
              <a:spcBef>
                <a:spcPts val="0"/>
              </a:spcBef>
              <a:spcAft>
                <a:spcPts val="0"/>
              </a:spcAft>
              <a:buClrTx/>
              <a:buSzTx/>
              <a:buFontTx/>
              <a:buNone/>
            </a:pPr>
            <a:endParaRPr kumimoji="0" lang="zh-CN" sz="3000" b="1" i="0" u="none" strike="noStrike" cap="none" spc="0" normalizeH="0" baseline="0" dirty="0">
              <a:ln>
                <a:noFill/>
              </a:ln>
              <a:solidFill>
                <a:srgbClr val="000000"/>
              </a:solidFill>
              <a:effectLst/>
              <a:uFillTx/>
              <a:latin typeface="Microsoft YaHei UI"/>
              <a:ea typeface="Helvetica Neue Medium"/>
              <a:cs typeface="Microsoft YaHei UI"/>
              <a:sym typeface="Helvetica Neue Medium"/>
            </a:endParaRPr>
          </a:p>
        </p:txBody>
      </p:sp>
      <p:sp>
        <p:nvSpPr>
          <p:cNvPr id="8" name="文本占位符 7"/>
          <p:cNvSpPr>
            <a:spLocks noGrp="1"/>
          </p:cNvSpPr>
          <p:nvPr>
            <p:ph type="body" sz="quarter" idx="11" hasCustomPrompt="1"/>
          </p:nvPr>
        </p:nvSpPr>
        <p:spPr>
          <a:xfrm>
            <a:off x="420624" y="2189377"/>
            <a:ext cx="3568990" cy="3517679"/>
          </a:xfrm>
        </p:spPr>
        <p:txBody>
          <a:bodyPr tIns="0" bIns="0" rtlCol="0">
            <a:normAutofit/>
          </a:bodyPr>
          <a:lstStyle>
            <a:lvl1pPr>
              <a:defRPr lang="zh-CN" sz="1800"/>
            </a:lvl1pPr>
            <a:lvl2pPr>
              <a:defRPr lang="zh-CN" sz="1800"/>
            </a:lvl2pPr>
            <a:lvl3pPr>
              <a:defRPr lang="zh-CN" sz="1800"/>
            </a:lvl3pPr>
            <a:lvl4pPr>
              <a:defRPr lang="zh-CN" sz="1800"/>
            </a:lvl4pPr>
            <a:lvl5pPr>
              <a:defRPr lang="zh-CN" sz="1800"/>
            </a:lvl5pPr>
          </a:lstStyle>
          <a:p>
            <a:pPr lvl="0" rtl="0"/>
            <a:r>
              <a:rPr lang="zh-CN" dirty="0"/>
              <a:t>单击此处添加内容</a:t>
            </a:r>
            <a:endParaRPr lang="zh-CN" dirty="0"/>
          </a:p>
          <a:p>
            <a:pPr lvl="1" rtl="0"/>
            <a:r>
              <a:rPr lang="zh-CN" dirty="0"/>
              <a:t>第二级</a:t>
            </a:r>
            <a:endParaRPr lang="zh-CN" dirty="0"/>
          </a:p>
          <a:p>
            <a:pPr lvl="2" rtl="0"/>
            <a:r>
              <a:rPr lang="zh-CN" dirty="0"/>
              <a:t>第三级</a:t>
            </a:r>
            <a:endParaRPr lang="zh-CN" dirty="0"/>
          </a:p>
          <a:p>
            <a:pPr lvl="3" rtl="0"/>
            <a:r>
              <a:rPr lang="zh-CN" dirty="0"/>
              <a:t>第四级</a:t>
            </a:r>
            <a:endParaRPr lang="zh-CN" dirty="0"/>
          </a:p>
          <a:p>
            <a:pPr lvl="4" rtl="0"/>
            <a:r>
              <a:rPr lang="zh-CN" dirty="0"/>
              <a:t>第五级</a:t>
            </a:r>
            <a:endParaRPr lang="zh-CN" dirty="0"/>
          </a:p>
        </p:txBody>
      </p:sp>
      <p:sp>
        <p:nvSpPr>
          <p:cNvPr id="4" name="表格占位符 3"/>
          <p:cNvSpPr>
            <a:spLocks noGrp="1"/>
          </p:cNvSpPr>
          <p:nvPr>
            <p:ph type="tbl" sz="quarter" idx="10" hasCustomPrompt="1"/>
          </p:nvPr>
        </p:nvSpPr>
        <p:spPr>
          <a:xfrm>
            <a:off x="4501469" y="2189377"/>
            <a:ext cx="6565769" cy="3517686"/>
          </a:xfrm>
        </p:spPr>
        <p:txBody>
          <a:bodyPr rtlCol="0"/>
          <a:lstStyle>
            <a:lvl1pPr>
              <a:defRPr lang="zh-CN"/>
            </a:lvl1pPr>
          </a:lstStyle>
          <a:p>
            <a:pPr rtl="0"/>
            <a:r>
              <a:rPr lang="zh-CN" altLang="en-US"/>
              <a:t>单击图标添加表格</a:t>
            </a:r>
            <a:endParaRPr lang="zh-CN" dirty="0"/>
          </a:p>
        </p:txBody>
      </p:sp>
      <p:sp>
        <p:nvSpPr>
          <p:cNvPr id="7" name="幻灯片编号占位符 5"/>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lang="zh-CN" sz="1200">
                <a:solidFill>
                  <a:schemeClr val="tx2"/>
                </a:solidFill>
              </a:defRPr>
            </a:lvl1pPr>
          </a:lstStyle>
          <a:p>
            <a:pPr rtl="0"/>
            <a:fld id="{3A4F6043-7A67-491B-98BC-F933DED7226D}" type="slidenum">
              <a:rPr lang="zh-CN" smtClean="0"/>
            </a:fld>
            <a:endParaRPr lang="zh-C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和两栏内容 4">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20624" y="365125"/>
            <a:ext cx="10654936" cy="1325563"/>
          </a:xfrm>
        </p:spPr>
        <p:txBody>
          <a:bodyPr rtlCol="0">
            <a:normAutofit/>
          </a:bodyPr>
          <a:lstStyle>
            <a:lvl1pPr>
              <a:defRPr lang="zh-CN" sz="4400"/>
            </a:lvl1pPr>
          </a:lstStyle>
          <a:p>
            <a:pPr rtl="0"/>
            <a:r>
              <a:rPr lang="zh-CN" sz="4400" dirty="0"/>
              <a:t>单击此处添加标题 </a:t>
            </a:r>
            <a:endParaRPr lang="zh-CN" dirty="0"/>
          </a:p>
        </p:txBody>
      </p:sp>
      <p:sp>
        <p:nvSpPr>
          <p:cNvPr id="6" name="内容占位符 5"/>
          <p:cNvSpPr>
            <a:spLocks noGrp="1"/>
          </p:cNvSpPr>
          <p:nvPr>
            <p:ph sz="quarter" idx="4" hasCustomPrompt="1"/>
          </p:nvPr>
        </p:nvSpPr>
        <p:spPr>
          <a:xfrm>
            <a:off x="413657" y="2198914"/>
            <a:ext cx="3970218" cy="3445987"/>
          </a:xfrm>
        </p:spPr>
        <p:txBody>
          <a:bodyPr rtlCol="0">
            <a:normAutofit/>
          </a:bodyPr>
          <a:lstStyle>
            <a:lvl1pPr>
              <a:defRPr lang="zh-CN" sz="1800"/>
            </a:lvl1pPr>
            <a:lvl2pPr>
              <a:defRPr lang="zh-CN" sz="1800"/>
            </a:lvl2pPr>
            <a:lvl3pPr>
              <a:defRPr lang="zh-CN" sz="1400"/>
            </a:lvl3pPr>
            <a:lvl4pPr>
              <a:defRPr lang="zh-CN" sz="1200"/>
            </a:lvl4pPr>
            <a:lvl5pPr>
              <a:defRPr lang="zh-CN" sz="1100"/>
            </a:lvl5pPr>
          </a:lstStyle>
          <a:p>
            <a:pPr lvl="0" rtl="0"/>
            <a:r>
              <a:rPr lang="zh-CN" dirty="0"/>
              <a:t>单击此处添加内容</a:t>
            </a:r>
            <a:endParaRPr lang="zh-CN" dirty="0"/>
          </a:p>
          <a:p>
            <a:pPr lvl="1" rtl="0"/>
            <a:r>
              <a:rPr lang="zh-CN" dirty="0"/>
              <a:t>第二级</a:t>
            </a:r>
            <a:endParaRPr lang="zh-CN" dirty="0"/>
          </a:p>
          <a:p>
            <a:pPr lvl="2" rtl="0"/>
            <a:r>
              <a:rPr lang="zh-CN" dirty="0"/>
              <a:t>第三级</a:t>
            </a:r>
            <a:endParaRPr lang="zh-CN" dirty="0"/>
          </a:p>
          <a:p>
            <a:pPr lvl="3" rtl="0"/>
            <a:r>
              <a:rPr lang="zh-CN" dirty="0"/>
              <a:t>第四级</a:t>
            </a:r>
            <a:endParaRPr lang="zh-CN" dirty="0"/>
          </a:p>
          <a:p>
            <a:pPr lvl="4" rtl="0"/>
            <a:r>
              <a:rPr lang="zh-CN" dirty="0"/>
              <a:t>第五级</a:t>
            </a:r>
            <a:endParaRPr lang="zh-CN" dirty="0"/>
          </a:p>
        </p:txBody>
      </p:sp>
      <p:sp>
        <p:nvSpPr>
          <p:cNvPr id="4" name="内容占位符 3"/>
          <p:cNvSpPr>
            <a:spLocks noGrp="1"/>
          </p:cNvSpPr>
          <p:nvPr>
            <p:ph sz="half" idx="2" hasCustomPrompt="1"/>
          </p:nvPr>
        </p:nvSpPr>
        <p:spPr>
          <a:xfrm>
            <a:off x="4921213" y="2198914"/>
            <a:ext cx="6154347" cy="3445987"/>
          </a:xfrm>
        </p:spPr>
        <p:txBody>
          <a:bodyPr rtlCol="0">
            <a:normAutofit/>
          </a:bodyPr>
          <a:lstStyle>
            <a:lvl1pPr marL="0" indent="0">
              <a:buNone/>
              <a:defRPr lang="zh-CN" sz="1800"/>
            </a:lvl1pPr>
            <a:lvl2pPr>
              <a:defRPr lang="zh-CN" sz="1800"/>
            </a:lvl2pPr>
            <a:lvl3pPr>
              <a:defRPr lang="zh-CN" sz="1400"/>
            </a:lvl3pPr>
            <a:lvl4pPr>
              <a:defRPr lang="zh-CN" sz="1200"/>
            </a:lvl4pPr>
            <a:lvl5pPr>
              <a:defRPr lang="zh-CN" sz="1100"/>
            </a:lvl5pPr>
          </a:lstStyle>
          <a:p>
            <a:pPr lvl="0" rtl="0"/>
            <a:r>
              <a:rPr lang="zh-CN" dirty="0"/>
              <a:t>单击此处添加内容</a:t>
            </a:r>
            <a:endParaRPr lang="zh-CN" dirty="0"/>
          </a:p>
          <a:p>
            <a:pPr lvl="1" rtl="0"/>
            <a:r>
              <a:rPr lang="zh-CN" dirty="0"/>
              <a:t>第二级</a:t>
            </a:r>
            <a:endParaRPr lang="zh-CN" dirty="0"/>
          </a:p>
          <a:p>
            <a:pPr lvl="2" rtl="0"/>
            <a:r>
              <a:rPr lang="zh-CN" dirty="0"/>
              <a:t>第三级</a:t>
            </a:r>
            <a:endParaRPr lang="zh-CN" dirty="0"/>
          </a:p>
          <a:p>
            <a:pPr lvl="3" rtl="0"/>
            <a:r>
              <a:rPr lang="zh-CN" dirty="0"/>
              <a:t>第四级</a:t>
            </a:r>
            <a:endParaRPr lang="zh-CN" dirty="0"/>
          </a:p>
          <a:p>
            <a:pPr lvl="4" rtl="0"/>
            <a:r>
              <a:rPr lang="zh-CN" dirty="0"/>
              <a:t>第五级</a:t>
            </a:r>
            <a:endParaRPr lang="zh-CN" dirty="0"/>
          </a:p>
        </p:txBody>
      </p:sp>
      <p:sp>
        <p:nvSpPr>
          <p:cNvPr id="11" name="长方形 10"/>
          <p:cNvSpPr/>
          <p:nvPr userDrawn="1"/>
        </p:nvSpPr>
        <p:spPr>
          <a:xfrm rot="10800000">
            <a:off x="11494040" y="4282928"/>
            <a:ext cx="699477" cy="1898809"/>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defPPr>
              <a:defRPr lang="zh-CN"/>
            </a:defPPr>
          </a:lstStyle>
          <a:p>
            <a:pPr marL="0" marR="0" indent="0" algn="ctr" defTabSz="825500" rtl="0" fontAlgn="auto" latinLnBrk="0" hangingPunct="0">
              <a:lnSpc>
                <a:spcPct val="100000"/>
              </a:lnSpc>
              <a:spcBef>
                <a:spcPts val="0"/>
              </a:spcBef>
              <a:spcAft>
                <a:spcPts val="0"/>
              </a:spcAft>
              <a:buClrTx/>
              <a:buSzTx/>
              <a:buFontTx/>
              <a:buNone/>
            </a:pPr>
            <a:endParaRPr kumimoji="0" lang="zh-CN" sz="3000" b="1" i="0" u="none" strike="noStrike" cap="none" spc="0" normalizeH="0" baseline="0" dirty="0">
              <a:ln>
                <a:noFill/>
              </a:ln>
              <a:solidFill>
                <a:srgbClr val="000000"/>
              </a:solidFill>
              <a:effectLst/>
              <a:uFillTx/>
              <a:latin typeface="Microsoft YaHei UI"/>
              <a:ea typeface="Helvetica Neue Medium"/>
              <a:cs typeface="Microsoft YaHei UI"/>
              <a:sym typeface="Helvetica Neue Medium"/>
            </a:endParaRPr>
          </a:p>
        </p:txBody>
      </p:sp>
      <p:sp>
        <p:nvSpPr>
          <p:cNvPr id="10" name="幻灯片编号占位符 5"/>
          <p:cNvSpPr>
            <a:spLocks noGrp="1"/>
          </p:cNvSpPr>
          <p:nvPr>
            <p:ph type="sldNum" sz="quarter" idx="14"/>
          </p:nvPr>
        </p:nvSpPr>
        <p:spPr>
          <a:xfrm>
            <a:off x="11503152" y="0"/>
            <a:ext cx="685800" cy="685800"/>
          </a:xfrm>
          <a:prstGeom prst="rect">
            <a:avLst/>
          </a:prstGeom>
        </p:spPr>
        <p:txBody>
          <a:bodyPr vert="horz" lIns="91440" tIns="45720" rIns="91440" bIns="45720" rtlCol="0" anchor="ctr"/>
          <a:lstStyle>
            <a:lvl1pPr algn="ctr">
              <a:defRPr lang="zh-CN" sz="1200">
                <a:solidFill>
                  <a:schemeClr val="tx2"/>
                </a:solidFill>
              </a:defRPr>
            </a:lvl1pPr>
          </a:lstStyle>
          <a:p>
            <a:pPr rtl="0"/>
            <a:fld id="{3A4F6043-7A67-491B-98BC-F933DED7226D}" type="slidenum">
              <a:rPr lang="zh-CN" smtClean="0"/>
            </a:fld>
            <a:endParaRPr lang="zh-CN"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20624" y="365125"/>
            <a:ext cx="10661904" cy="1325563"/>
          </a:xfrm>
        </p:spPr>
        <p:txBody>
          <a:bodyPr rtlCol="0">
            <a:normAutofit/>
          </a:bodyPr>
          <a:lstStyle>
            <a:lvl1pPr>
              <a:lnSpc>
                <a:spcPct val="90000"/>
              </a:lnSpc>
              <a:defRPr lang="zh-CN" sz="4400"/>
            </a:lvl1pPr>
          </a:lstStyle>
          <a:p>
            <a:pPr rtl="0"/>
            <a:r>
              <a:rPr lang="zh-CN" dirty="0"/>
              <a:t>单击此处添加标题</a:t>
            </a:r>
            <a:endParaRPr lang="zh-CN" dirty="0"/>
          </a:p>
        </p:txBody>
      </p:sp>
      <p:sp>
        <p:nvSpPr>
          <p:cNvPr id="11" name="日期占位符 10"/>
          <p:cNvSpPr>
            <a:spLocks noGrp="1"/>
          </p:cNvSpPr>
          <p:nvPr>
            <p:ph type="dt" sz="half" idx="10"/>
          </p:nvPr>
        </p:nvSpPr>
        <p:spPr/>
        <p:txBody>
          <a:bodyPr rtlCol="0"/>
          <a:lstStyle>
            <a:defPPr>
              <a:defRPr lang="zh-CN"/>
            </a:defPPr>
          </a:lstStyle>
          <a:p>
            <a:pPr rtl="0"/>
            <a:r>
              <a:rPr lang="zh-CN" dirty="0"/>
              <a:t>20XX</a:t>
            </a:r>
            <a:endParaRPr lang="zh-CN" dirty="0"/>
          </a:p>
        </p:txBody>
      </p:sp>
      <p:sp>
        <p:nvSpPr>
          <p:cNvPr id="12" name="页脚占位符 11"/>
          <p:cNvSpPr>
            <a:spLocks noGrp="1"/>
          </p:cNvSpPr>
          <p:nvPr>
            <p:ph type="ftr" sz="quarter" idx="11"/>
          </p:nvPr>
        </p:nvSpPr>
        <p:spPr/>
        <p:txBody>
          <a:bodyPr rtlCol="0"/>
          <a:lstStyle>
            <a:defPPr>
              <a:defRPr lang="zh-CN"/>
            </a:defPPr>
          </a:lstStyle>
          <a:p>
            <a:pPr rtl="0"/>
            <a:r>
              <a:rPr lang="zh-CN" dirty="0"/>
              <a:t>示例页脚文本</a:t>
            </a:r>
            <a:endParaRPr lang="zh-CN" dirty="0"/>
          </a:p>
        </p:txBody>
      </p:sp>
      <p:sp>
        <p:nvSpPr>
          <p:cNvPr id="13" name="灯片编号占位符 12"/>
          <p:cNvSpPr>
            <a:spLocks noGrp="1"/>
          </p:cNvSpPr>
          <p:nvPr>
            <p:ph type="sldNum" sz="quarter" idx="12"/>
          </p:nvPr>
        </p:nvSpPr>
        <p:spPr/>
        <p:txBody>
          <a:bodyPr rtlCol="0"/>
          <a:lstStyle>
            <a:defPPr>
              <a:defRPr lang="zh-CN"/>
            </a:defPPr>
          </a:lstStyle>
          <a:p>
            <a:pPr rtl="0"/>
            <a:fld id="{3A4F6043-7A67-491B-98BC-F933DED7226D}" type="slidenum">
              <a:rPr lang="zh-CN" smtClean="0"/>
            </a:fld>
            <a:endParaRPr lang="zh-CN" dirty="0"/>
          </a:p>
        </p:txBody>
      </p:sp>
      <p:sp>
        <p:nvSpPr>
          <p:cNvPr id="5" name="表格占位符 4"/>
          <p:cNvSpPr>
            <a:spLocks noGrp="1"/>
          </p:cNvSpPr>
          <p:nvPr>
            <p:ph type="tbl" sz="quarter" idx="13" hasCustomPrompt="1"/>
          </p:nvPr>
        </p:nvSpPr>
        <p:spPr>
          <a:xfrm>
            <a:off x="420688" y="2189377"/>
            <a:ext cx="10661840" cy="3490925"/>
          </a:xfrm>
        </p:spPr>
        <p:txBody>
          <a:bodyPr rtlCol="0"/>
          <a:lstStyle>
            <a:lvl1pPr>
              <a:defRPr lang="zh-CN"/>
            </a:lvl1pPr>
          </a:lstStyle>
          <a:p>
            <a:pPr rtl="0"/>
            <a:r>
              <a:rPr lang="zh-CN" altLang="en-US"/>
              <a:t>单击图标添加表格</a:t>
            </a:r>
            <a:endParaRPr lang="zh-CN"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结束语">
    <p:spTree>
      <p:nvGrpSpPr>
        <p:cNvPr id="1" name=""/>
        <p:cNvGrpSpPr/>
        <p:nvPr/>
      </p:nvGrpSpPr>
      <p:grpSpPr>
        <a:xfrm>
          <a:off x="0" y="0"/>
          <a:ext cx="0" cy="0"/>
          <a:chOff x="0" y="0"/>
          <a:chExt cx="0" cy="0"/>
        </a:xfrm>
      </p:grpSpPr>
      <p:sp>
        <p:nvSpPr>
          <p:cNvPr id="7" name="标题 1"/>
          <p:cNvSpPr>
            <a:spLocks noGrp="1"/>
          </p:cNvSpPr>
          <p:nvPr>
            <p:ph type="title" hasCustomPrompt="1"/>
          </p:nvPr>
        </p:nvSpPr>
        <p:spPr>
          <a:xfrm>
            <a:off x="422897" y="539496"/>
            <a:ext cx="5228393" cy="2697190"/>
          </a:xfrm>
        </p:spPr>
        <p:txBody>
          <a:bodyPr rtlCol="0" anchor="b">
            <a:normAutofit/>
          </a:bodyPr>
          <a:lstStyle>
            <a:lvl1pPr>
              <a:defRPr lang="zh-CN" sz="4400"/>
            </a:lvl1pPr>
          </a:lstStyle>
          <a:p>
            <a:pPr rtl="0"/>
            <a:r>
              <a:rPr lang="zh-CN" sz="4800" dirty="0"/>
              <a:t>单击此处添加标题 </a:t>
            </a:r>
            <a:endParaRPr lang="zh-CN" sz="4800" dirty="0"/>
          </a:p>
        </p:txBody>
      </p:sp>
      <p:sp>
        <p:nvSpPr>
          <p:cNvPr id="8" name="内容占位符 2"/>
          <p:cNvSpPr>
            <a:spLocks noGrp="1"/>
          </p:cNvSpPr>
          <p:nvPr>
            <p:ph idx="1" hasCustomPrompt="1"/>
          </p:nvPr>
        </p:nvSpPr>
        <p:spPr>
          <a:xfrm>
            <a:off x="422897" y="3354749"/>
            <a:ext cx="5228392" cy="2582470"/>
          </a:xfrm>
        </p:spPr>
        <p:txBody>
          <a:bodyPr rtlCol="0">
            <a:noAutofit/>
          </a:bodyPr>
          <a:lstStyle>
            <a:lvl1pPr marL="0" indent="0">
              <a:buNone/>
              <a:defRPr lang="zh-CN" sz="1800"/>
            </a:lvl1pPr>
            <a:lvl2pPr>
              <a:defRPr lang="zh-CN" sz="1800"/>
            </a:lvl2pPr>
            <a:lvl3pPr>
              <a:defRPr lang="zh-CN" sz="1800"/>
            </a:lvl3pPr>
            <a:lvl4pPr>
              <a:defRPr lang="zh-CN" sz="1800"/>
            </a:lvl4pPr>
            <a:lvl5pPr>
              <a:defRPr lang="zh-CN" sz="1800"/>
            </a:lvl5pPr>
          </a:lstStyle>
          <a:p>
            <a:pPr lvl="0" rtl="0"/>
            <a:r>
              <a:rPr lang="zh-CN" dirty="0"/>
              <a:t>单击此处添加内容</a:t>
            </a:r>
            <a:endParaRPr lang="zh-CN" dirty="0"/>
          </a:p>
          <a:p>
            <a:pPr lvl="1" rtl="0"/>
            <a:r>
              <a:rPr lang="zh-CN" dirty="0"/>
              <a:t>第二级</a:t>
            </a:r>
            <a:endParaRPr lang="zh-CN" dirty="0"/>
          </a:p>
          <a:p>
            <a:pPr lvl="2" rtl="0"/>
            <a:r>
              <a:rPr lang="zh-CN" dirty="0"/>
              <a:t>第三级</a:t>
            </a:r>
            <a:endParaRPr lang="zh-CN" dirty="0"/>
          </a:p>
          <a:p>
            <a:pPr lvl="3" rtl="0"/>
            <a:r>
              <a:rPr lang="zh-CN" dirty="0"/>
              <a:t>第四级</a:t>
            </a:r>
            <a:endParaRPr lang="zh-CN" dirty="0"/>
          </a:p>
          <a:p>
            <a:pPr lvl="4" rtl="0"/>
            <a:r>
              <a:rPr lang="zh-CN" dirty="0"/>
              <a:t>第五级</a:t>
            </a:r>
            <a:endParaRPr lang="zh-CN" dirty="0"/>
          </a:p>
        </p:txBody>
      </p:sp>
      <p:cxnSp>
        <p:nvCxnSpPr>
          <p:cNvPr id="12" name="直接连接符​​(S) 11"/>
          <p:cNvCxnSpPr/>
          <p:nvPr userDrawn="1"/>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S) 12"/>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15" name="长方形 14"/>
          <p:cNvSpPr/>
          <p:nvPr userDrawn="1"/>
        </p:nvSpPr>
        <p:spPr>
          <a:xfrm>
            <a:off x="9884230" y="1"/>
            <a:ext cx="1611954" cy="6857999"/>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cxnSp>
        <p:nvCxnSpPr>
          <p:cNvPr id="16" name="直接连接符​​(S) 15"/>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7" name="直接连接符​​(S) 16"/>
          <p:cNvCxnSpPr/>
          <p:nvPr userDrawn="1"/>
        </p:nvCxnSpPr>
        <p:spPr>
          <a:xfrm flipV="1">
            <a:off x="9884230"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8" name="直接连接符​​(S) 17"/>
          <p:cNvCxnSpPr/>
          <p:nvPr userDrawn="1"/>
        </p:nvCxnSpPr>
        <p:spPr>
          <a:xfrm flipV="1">
            <a:off x="9768622"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9" name="直接连接符​​(S) 28"/>
          <p:cNvCxnSpPr/>
          <p:nvPr userDrawn="1"/>
        </p:nvCxnSpPr>
        <p:spPr>
          <a:xfrm flipV="1">
            <a:off x="9372495"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30" name="长方形 29"/>
          <p:cNvSpPr/>
          <p:nvPr userDrawn="1"/>
        </p:nvSpPr>
        <p:spPr>
          <a:xfrm>
            <a:off x="7760541" y="1"/>
            <a:ext cx="1611954" cy="6857999"/>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cxnSp>
        <p:nvCxnSpPr>
          <p:cNvPr id="31" name="直接连接符 30"/>
          <p:cNvCxnSpPr/>
          <p:nvPr userDrawn="1"/>
        </p:nvCxnSpPr>
        <p:spPr>
          <a:xfrm flipV="1">
            <a:off x="9481352"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S) 31"/>
          <p:cNvCxnSpPr/>
          <p:nvPr userDrawn="1"/>
        </p:nvCxnSpPr>
        <p:spPr>
          <a:xfrm flipV="1">
            <a:off x="77605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33" name="直接连接符​​(S) 32"/>
          <p:cNvCxnSpPr/>
          <p:nvPr userDrawn="1"/>
        </p:nvCxnSpPr>
        <p:spPr>
          <a:xfrm flipV="1">
            <a:off x="7644933"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pic>
        <p:nvPicPr>
          <p:cNvPr id="34" name="图形 33"/>
          <p:cNvPicPr>
            <a:picLocks noChangeAspect="1"/>
          </p:cNvPicPr>
          <p:nvPr userDrawn="1"/>
        </p:nvPicPr>
        <p:blipFill rotWithShape="1">
          <a:blip r:embed="rId2">
            <a:extLst>
              <a:ext uri="{96DAC541-7B7A-43D3-8B79-37D633B846F1}">
                <asvg:svgBlip xmlns:asvg="http://schemas.microsoft.com/office/drawing/2016/SVG/main" r:embed="rId3"/>
              </a:ext>
            </a:extLst>
          </a:blip>
          <a:srcRect l="31706" t="12194" r="49126" b="12256"/>
          <a:stretch>
            <a:fillRect/>
          </a:stretch>
        </p:blipFill>
        <p:spPr>
          <a:xfrm>
            <a:off x="9884229" y="-5609"/>
            <a:ext cx="1611955" cy="6863608"/>
          </a:xfrm>
          <a:prstGeom prst="rect">
            <a:avLst/>
          </a:prstGeom>
        </p:spPr>
      </p:pic>
      <p:pic>
        <p:nvPicPr>
          <p:cNvPr id="35" name="图形 34"/>
          <p:cNvPicPr>
            <a:picLocks noChangeAspect="1"/>
          </p:cNvPicPr>
          <p:nvPr userDrawn="1"/>
        </p:nvPicPr>
        <p:blipFill rotWithShape="1">
          <a:blip r:embed="rId2">
            <a:extLst>
              <a:ext uri="{96DAC541-7B7A-43D3-8B79-37D633B846F1}">
                <asvg:svgBlip xmlns:asvg="http://schemas.microsoft.com/office/drawing/2016/SVG/main" r:embed="rId3"/>
              </a:ext>
            </a:extLst>
          </a:blip>
          <a:srcRect l="10790" t="12194" r="70042" b="12256"/>
          <a:stretch>
            <a:fillRect/>
          </a:stretch>
        </p:blipFill>
        <p:spPr>
          <a:xfrm>
            <a:off x="7753789" y="5610"/>
            <a:ext cx="1611955" cy="686360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长方形 9"/>
          <p:cNvSpPr/>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stStyle>
          <a:p>
            <a:pPr algn="ctr" rtl="0"/>
            <a:endParaRPr lang="zh-CN" dirty="0"/>
          </a:p>
        </p:txBody>
      </p:sp>
      <p:cxnSp>
        <p:nvCxnSpPr>
          <p:cNvPr id="11" name="直接连接符​​(S) 10" descr="Tag=AccentColor&#10;Flavor=Light&#10;Target=Line"/>
          <p:cNvCxnSpPr/>
          <p:nvPr/>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S) 11" descr="Tag=AccentColor&#10;Flavor=Light&#10;Target=Line"/>
          <p:cNvCxnSpPr/>
          <p:nvPr/>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 name="标题占位符 1"/>
          <p:cNvSpPr>
            <a:spLocks noGrp="1"/>
          </p:cNvSpPr>
          <p:nvPr>
            <p:ph type="title"/>
          </p:nvPr>
        </p:nvSpPr>
        <p:spPr>
          <a:xfrm>
            <a:off x="420624" y="365125"/>
            <a:ext cx="10515600" cy="1325563"/>
          </a:xfrm>
          <a:prstGeom prst="rect">
            <a:avLst/>
          </a:prstGeom>
        </p:spPr>
        <p:txBody>
          <a:bodyPr vert="horz" lIns="91440" tIns="45720" rIns="91440" bIns="45720" rtlCol="0" anchor="ctr">
            <a:normAutofit/>
          </a:bodyPr>
          <a:lstStyle>
            <a:defPPr>
              <a:defRPr lang="zh-CN"/>
            </a:defPPr>
          </a:lstStyle>
          <a:p>
            <a:pPr rtl="0"/>
            <a:r>
              <a:rPr lang="zh-CN" dirty="0"/>
              <a:t>单击此处编辑母版标题样式</a:t>
            </a:r>
            <a:endParaRPr lang="zh-CN" dirty="0"/>
          </a:p>
        </p:txBody>
      </p:sp>
      <p:sp>
        <p:nvSpPr>
          <p:cNvPr id="3" name="文本占位符 2"/>
          <p:cNvSpPr>
            <a:spLocks noGrp="1"/>
          </p:cNvSpPr>
          <p:nvPr>
            <p:ph type="body" idx="1"/>
          </p:nvPr>
        </p:nvSpPr>
        <p:spPr>
          <a:xfrm>
            <a:off x="420624" y="1825625"/>
            <a:ext cx="10515600" cy="4351338"/>
          </a:xfrm>
          <a:prstGeom prst="rect">
            <a:avLst/>
          </a:prstGeom>
        </p:spPr>
        <p:txBody>
          <a:bodyPr vert="horz" lIns="91440" tIns="45720" rIns="91440" bIns="45720" rtlCol="0">
            <a:normAutofit/>
          </a:bodyPr>
          <a:lstStyle>
            <a:defPPr>
              <a:defRPr lang="zh-CN"/>
            </a:defPPr>
          </a:lstStyle>
          <a:p>
            <a:pPr lvl="0" rtl="0"/>
            <a:r>
              <a:rPr lang="zh-CN" dirty="0"/>
              <a:t>单击此处编辑母版文本样式</a:t>
            </a:r>
            <a:endParaRPr lang="zh-CN" dirty="0"/>
          </a:p>
          <a:p>
            <a:pPr lvl="1" rtl="0"/>
            <a:r>
              <a:rPr lang="zh-CN" dirty="0"/>
              <a:t>第二级</a:t>
            </a:r>
            <a:endParaRPr lang="zh-CN" dirty="0"/>
          </a:p>
          <a:p>
            <a:pPr lvl="2" rtl="0"/>
            <a:r>
              <a:rPr lang="zh-CN" dirty="0"/>
              <a:t>第三级</a:t>
            </a:r>
            <a:endParaRPr lang="zh-CN" dirty="0"/>
          </a:p>
          <a:p>
            <a:pPr lvl="3" rtl="0"/>
            <a:r>
              <a:rPr lang="zh-CN" dirty="0"/>
              <a:t>第四级</a:t>
            </a:r>
            <a:endParaRPr lang="zh-CN" dirty="0"/>
          </a:p>
          <a:p>
            <a:pPr lvl="4" rtl="0"/>
            <a:r>
              <a:rPr lang="zh-CN" dirty="0"/>
              <a:t>第五级</a:t>
            </a:r>
            <a:endParaRPr lang="zh-CN" dirty="0"/>
          </a:p>
        </p:txBody>
      </p:sp>
      <p:sp>
        <p:nvSpPr>
          <p:cNvPr id="4" name="日期占位符 3"/>
          <p:cNvSpPr>
            <a:spLocks noGrp="1"/>
          </p:cNvSpPr>
          <p:nvPr>
            <p:ph type="dt" sz="half" idx="2"/>
          </p:nvPr>
        </p:nvSpPr>
        <p:spPr>
          <a:xfrm>
            <a:off x="420624" y="6217920"/>
            <a:ext cx="2743200" cy="640080"/>
          </a:xfrm>
          <a:prstGeom prst="rect">
            <a:avLst/>
          </a:prstGeom>
        </p:spPr>
        <p:txBody>
          <a:bodyPr vert="horz" lIns="91440" tIns="45720" rIns="91440" bIns="45720" rtlCol="0" anchor="ctr"/>
          <a:lstStyle>
            <a:lvl1pPr algn="l">
              <a:defRPr lang="zh-CN" sz="1200">
                <a:solidFill>
                  <a:schemeClr val="tx2"/>
                </a:solidFill>
              </a:defRPr>
            </a:lvl1pPr>
          </a:lstStyle>
          <a:p>
            <a:pPr rtl="0"/>
            <a:r>
              <a:rPr lang="zh-CN" dirty="0"/>
              <a:t>20XX</a:t>
            </a:r>
            <a:endParaRPr lang="zh-CN" dirty="0"/>
          </a:p>
        </p:txBody>
      </p:sp>
      <p:sp>
        <p:nvSpPr>
          <p:cNvPr id="5" name="页脚占位符 4"/>
          <p:cNvSpPr>
            <a:spLocks noGrp="1"/>
          </p:cNvSpPr>
          <p:nvPr>
            <p:ph type="ftr" sz="quarter" idx="3"/>
          </p:nvPr>
        </p:nvSpPr>
        <p:spPr>
          <a:xfrm>
            <a:off x="3767328" y="6217920"/>
            <a:ext cx="7196328" cy="640080"/>
          </a:xfrm>
          <a:prstGeom prst="rect">
            <a:avLst/>
          </a:prstGeom>
        </p:spPr>
        <p:txBody>
          <a:bodyPr vert="horz" lIns="91440" tIns="45720" rIns="91440" bIns="45720" rtlCol="0" anchor="ctr"/>
          <a:lstStyle>
            <a:lvl1pPr algn="r">
              <a:defRPr lang="zh-CN" sz="1200">
                <a:solidFill>
                  <a:schemeClr val="tx2"/>
                </a:solidFill>
              </a:defRPr>
            </a:lvl1pPr>
          </a:lstStyle>
          <a:p>
            <a:pPr rtl="0"/>
            <a:r>
              <a:rPr lang="zh-CN" dirty="0"/>
              <a:t>示例页脚文本</a:t>
            </a:r>
            <a:endParaRPr lang="zh-CN" dirty="0"/>
          </a:p>
        </p:txBody>
      </p:sp>
      <p:sp>
        <p:nvSpPr>
          <p:cNvPr id="6" name="幻灯片编号占位符 5"/>
          <p:cNvSpPr>
            <a:spLocks noGrp="1"/>
          </p:cNvSpPr>
          <p:nvPr>
            <p:ph type="sldNum" sz="quarter" idx="4"/>
          </p:nvPr>
        </p:nvSpPr>
        <p:spPr>
          <a:xfrm>
            <a:off x="11503152" y="-18288"/>
            <a:ext cx="685800" cy="685800"/>
          </a:xfrm>
          <a:prstGeom prst="rect">
            <a:avLst/>
          </a:prstGeom>
        </p:spPr>
        <p:txBody>
          <a:bodyPr vert="horz" lIns="91440" tIns="45720" rIns="91440" bIns="45720" rtlCol="0" anchor="ctr"/>
          <a:lstStyle>
            <a:lvl1pPr algn="ctr">
              <a:defRPr lang="zh-CN" sz="1200">
                <a:solidFill>
                  <a:schemeClr val="tx2"/>
                </a:solidFill>
              </a:defRPr>
            </a:lvl1pPr>
          </a:lstStyle>
          <a:p>
            <a:pPr rtl="0"/>
            <a:fld id="{3A4F6043-7A67-491B-98BC-F933DED7226D}" type="slidenum">
              <a:rPr lang="zh-CN" smtClean="0"/>
            </a:fld>
            <a:endParaRPr lang="zh-C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lang="zh-CN" sz="6000" kern="1200">
          <a:solidFill>
            <a:schemeClr val="tx2"/>
          </a:solidFill>
          <a:latin typeface="+mj-cs"/>
          <a:ea typeface="+mj-ea"/>
          <a:cs typeface="+mj-cs"/>
        </a:defRPr>
      </a:lvl1pPr>
    </p:titleStyle>
    <p:bodyStyle>
      <a:lvl1pPr marL="228600" indent="-228600" algn="l" defTabSz="914400" rtl="0" eaLnBrk="1" latinLnBrk="0" hangingPunct="1">
        <a:lnSpc>
          <a:spcPct val="110000"/>
        </a:lnSpc>
        <a:spcBef>
          <a:spcPts val="1000"/>
        </a:spcBef>
        <a:buClr>
          <a:schemeClr val="accent2"/>
        </a:buClr>
        <a:buFont typeface="Wingdings 2" panose="05020102010507070707" pitchFamily="18" charset="2"/>
        <a:buChar char=""/>
        <a:defRPr lang="zh-CN" sz="1800" kern="1200">
          <a:solidFill>
            <a:schemeClr val="tx2"/>
          </a:solidFill>
          <a:latin typeface="+mn-cs"/>
          <a:ea typeface="+mn-ea"/>
          <a:cs typeface="+mn-cs"/>
        </a:defRPr>
      </a:lvl1pPr>
      <a:lvl2pPr marL="685800" indent="-228600" algn="l" defTabSz="914400" rtl="0" eaLnBrk="1" latinLnBrk="0" hangingPunct="1">
        <a:lnSpc>
          <a:spcPct val="110000"/>
        </a:lnSpc>
        <a:spcBef>
          <a:spcPts val="500"/>
        </a:spcBef>
        <a:buClr>
          <a:schemeClr val="accent2"/>
        </a:buClr>
        <a:buFont typeface="Wingdings 2" panose="05020102010507070707" pitchFamily="18" charset="2"/>
        <a:buChar char=""/>
        <a:defRPr lang="zh-CN" sz="1800" kern="1200">
          <a:solidFill>
            <a:schemeClr val="tx2"/>
          </a:solidFill>
          <a:latin typeface="+mn-cs"/>
          <a:ea typeface="+mn-ea"/>
          <a:cs typeface="+mn-cs"/>
        </a:defRPr>
      </a:lvl2pPr>
      <a:lvl3pPr marL="1143000" indent="-228600" algn="l" defTabSz="914400" rtl="0" eaLnBrk="1" latinLnBrk="0" hangingPunct="1">
        <a:lnSpc>
          <a:spcPct val="110000"/>
        </a:lnSpc>
        <a:spcBef>
          <a:spcPts val="500"/>
        </a:spcBef>
        <a:buClr>
          <a:schemeClr val="accent2"/>
        </a:buClr>
        <a:buFont typeface="Wingdings 2" panose="05020102010507070707" pitchFamily="18" charset="2"/>
        <a:buChar char=""/>
        <a:defRPr lang="zh-CN" sz="1800" kern="1200">
          <a:solidFill>
            <a:schemeClr val="tx2"/>
          </a:solidFill>
          <a:latin typeface="+mn-cs"/>
          <a:ea typeface="+mn-ea"/>
          <a:cs typeface="+mn-cs"/>
        </a:defRPr>
      </a:lvl3pPr>
      <a:lvl4pPr marL="1600200" indent="-228600" algn="l" defTabSz="914400" rtl="0" eaLnBrk="1" latinLnBrk="0" hangingPunct="1">
        <a:lnSpc>
          <a:spcPct val="110000"/>
        </a:lnSpc>
        <a:spcBef>
          <a:spcPts val="500"/>
        </a:spcBef>
        <a:buClr>
          <a:schemeClr val="accent2"/>
        </a:buClr>
        <a:buFont typeface="Wingdings 2" panose="05020102010507070707" pitchFamily="18" charset="2"/>
        <a:buChar char=""/>
        <a:defRPr lang="zh-CN" sz="1800" kern="1200">
          <a:solidFill>
            <a:schemeClr val="tx2"/>
          </a:solidFill>
          <a:latin typeface="+mn-cs"/>
          <a:ea typeface="+mn-ea"/>
          <a:cs typeface="+mn-cs"/>
        </a:defRPr>
      </a:lvl4pPr>
      <a:lvl5pPr marL="2057400" indent="-228600" algn="l" defTabSz="914400" rtl="0" eaLnBrk="1" latinLnBrk="0" hangingPunct="1">
        <a:lnSpc>
          <a:spcPct val="110000"/>
        </a:lnSpc>
        <a:spcBef>
          <a:spcPts val="500"/>
        </a:spcBef>
        <a:buClr>
          <a:schemeClr val="accent2"/>
        </a:buClr>
        <a:buFont typeface="Wingdings 2" panose="05020102010507070707" pitchFamily="18" charset="2"/>
        <a:buChar char=""/>
        <a:defRPr lang="zh-CN" sz="1800" kern="1200">
          <a:solidFill>
            <a:schemeClr val="tx2"/>
          </a:solidFill>
          <a:latin typeface="+mn-cs"/>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lang="zh-CN" sz="1800" kern="1200">
          <a:solidFill>
            <a:schemeClr val="tx1"/>
          </a:solidFill>
          <a:latin typeface="+mn-cs"/>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lang="zh-CN" sz="1800" kern="1200">
          <a:solidFill>
            <a:schemeClr val="tx1"/>
          </a:solidFill>
          <a:latin typeface="+mn-cs"/>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lang="zh-CN" sz="1800" kern="1200">
          <a:solidFill>
            <a:schemeClr val="tx1"/>
          </a:solidFill>
          <a:latin typeface="+mn-cs"/>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lang="zh-CN" sz="1800" kern="1200">
          <a:solidFill>
            <a:schemeClr val="tx1"/>
          </a:solidFill>
          <a:latin typeface="+mn-cs"/>
          <a:ea typeface="+mn-ea"/>
          <a:cs typeface="+mn-cs"/>
        </a:defRPr>
      </a:lvl9pPr>
    </p:bodyStyle>
    <p:otherStyle>
      <a:defPPr>
        <a:defRPr lang="zh-CN"/>
      </a:defPPr>
      <a:lvl1pPr marL="0" algn="l" defTabSz="914400" rtl="0" eaLnBrk="1" latinLnBrk="0" hangingPunct="1">
        <a:defRPr lang="zh-CN" sz="1800" kern="1200">
          <a:solidFill>
            <a:schemeClr val="tx1"/>
          </a:solidFill>
          <a:latin typeface="+mn-cs"/>
          <a:ea typeface="+mn-ea"/>
          <a:cs typeface="+mn-cs"/>
        </a:defRPr>
      </a:lvl1pPr>
      <a:lvl2pPr marL="457200" algn="l" defTabSz="914400" rtl="0" eaLnBrk="1" latinLnBrk="0" hangingPunct="1">
        <a:defRPr lang="zh-CN" sz="1800" kern="1200">
          <a:solidFill>
            <a:schemeClr val="tx1"/>
          </a:solidFill>
          <a:latin typeface="+mn-cs"/>
          <a:ea typeface="+mn-ea"/>
          <a:cs typeface="+mn-cs"/>
        </a:defRPr>
      </a:lvl2pPr>
      <a:lvl3pPr marL="914400" algn="l" defTabSz="914400" rtl="0" eaLnBrk="1" latinLnBrk="0" hangingPunct="1">
        <a:defRPr lang="zh-CN" sz="1800" kern="1200">
          <a:solidFill>
            <a:schemeClr val="tx1"/>
          </a:solidFill>
          <a:latin typeface="+mn-cs"/>
          <a:ea typeface="+mn-ea"/>
          <a:cs typeface="+mn-cs"/>
        </a:defRPr>
      </a:lvl3pPr>
      <a:lvl4pPr marL="1371600" algn="l" defTabSz="914400" rtl="0" eaLnBrk="1" latinLnBrk="0" hangingPunct="1">
        <a:defRPr lang="zh-CN" sz="1800" kern="1200">
          <a:solidFill>
            <a:schemeClr val="tx1"/>
          </a:solidFill>
          <a:latin typeface="+mn-cs"/>
          <a:ea typeface="+mn-ea"/>
          <a:cs typeface="+mn-cs"/>
        </a:defRPr>
      </a:lvl4pPr>
      <a:lvl5pPr marL="1828800" algn="l" defTabSz="914400" rtl="0" eaLnBrk="1" latinLnBrk="0" hangingPunct="1">
        <a:defRPr lang="zh-CN" sz="1800" kern="1200">
          <a:solidFill>
            <a:schemeClr val="tx1"/>
          </a:solidFill>
          <a:latin typeface="+mn-cs"/>
          <a:ea typeface="+mn-ea"/>
          <a:cs typeface="+mn-cs"/>
        </a:defRPr>
      </a:lvl5pPr>
      <a:lvl6pPr marL="2286000" algn="l" defTabSz="914400" rtl="0" eaLnBrk="1" latinLnBrk="0" hangingPunct="1">
        <a:defRPr lang="zh-CN" sz="1800" kern="1200">
          <a:solidFill>
            <a:schemeClr val="tx1"/>
          </a:solidFill>
          <a:latin typeface="+mn-cs"/>
          <a:ea typeface="+mn-ea"/>
          <a:cs typeface="+mn-cs"/>
        </a:defRPr>
      </a:lvl6pPr>
      <a:lvl7pPr marL="2743200" algn="l" defTabSz="914400" rtl="0" eaLnBrk="1" latinLnBrk="0" hangingPunct="1">
        <a:defRPr lang="zh-CN" sz="1800" kern="1200">
          <a:solidFill>
            <a:schemeClr val="tx1"/>
          </a:solidFill>
          <a:latin typeface="+mn-cs"/>
          <a:ea typeface="+mn-ea"/>
          <a:cs typeface="+mn-cs"/>
        </a:defRPr>
      </a:lvl7pPr>
      <a:lvl8pPr marL="3200400" algn="l" defTabSz="914400" rtl="0" eaLnBrk="1" latinLnBrk="0" hangingPunct="1">
        <a:defRPr lang="zh-CN" sz="1800" kern="1200">
          <a:solidFill>
            <a:schemeClr val="tx1"/>
          </a:solidFill>
          <a:latin typeface="+mn-cs"/>
          <a:ea typeface="+mn-ea"/>
          <a:cs typeface="+mn-cs"/>
        </a:defRPr>
      </a:lvl8pPr>
      <a:lvl9pPr marL="3657600" algn="l" defTabSz="914400" rtl="0" eaLnBrk="1" latinLnBrk="0" hangingPunct="1">
        <a:defRPr lang="zh-CN" sz="1800" kern="1200">
          <a:solidFill>
            <a:schemeClr val="tx1"/>
          </a:solidFill>
          <a:latin typeface="+mn-cs"/>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a:xfrm>
            <a:off x="422897" y="576263"/>
            <a:ext cx="5646541" cy="3304494"/>
          </a:xfrm>
        </p:spPr>
        <p:txBody>
          <a:bodyPr rtlCol="0"/>
          <a:lstStyle>
            <a:defPPr>
              <a:defRPr lang="zh-CN"/>
            </a:defPPr>
          </a:lstStyle>
          <a:p>
            <a:pPr rtl="0"/>
            <a:r>
              <a:rPr lang="zh-CN" dirty="0"/>
              <a:t>Institutional Mechanism and Evidence</a:t>
            </a:r>
            <a:endParaRPr lang="zh-CN" dirty="0"/>
          </a:p>
        </p:txBody>
      </p:sp>
      <p:sp>
        <p:nvSpPr>
          <p:cNvPr id="6" name="副标题 5"/>
          <p:cNvSpPr>
            <a:spLocks noGrp="1"/>
          </p:cNvSpPr>
          <p:nvPr>
            <p:ph type="body" sz="quarter" idx="10"/>
          </p:nvPr>
        </p:nvSpPr>
        <p:spPr>
          <a:xfrm>
            <a:off x="422275" y="4148138"/>
            <a:ext cx="5673726" cy="1528762"/>
          </a:xfrm>
        </p:spPr>
        <p:txBody>
          <a:bodyPr vert="horz" lIns="91440" tIns="45720" rIns="91440" bIns="45720" rtlCol="0" anchor="t">
            <a:normAutofit/>
          </a:bodyPr>
          <a:lstStyle>
            <a:defPPr>
              <a:defRPr lang="zh-CN"/>
            </a:defPPr>
          </a:lstStyle>
          <a:p>
            <a:pPr rtl="0"/>
            <a:r>
              <a:rPr lang="zh-CN" dirty="0"/>
              <a:t>Part 2 · Lung (2009), Interpreters and the Writing of History in China</a:t>
            </a:r>
            <a:endParaRPr 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2177" y="365125"/>
            <a:ext cx="10778937" cy="1325563"/>
          </a:xfrm>
        </p:spPr>
        <p:txBody>
          <a:bodyPr rtlCol="0"/>
          <a:lstStyle>
            <a:defPPr>
              <a:defRPr lang="zh-CN"/>
            </a:defPPr>
          </a:lstStyle>
          <a:p>
            <a:pPr rtl="0"/>
            <a:r>
              <a:rPr lang="zh-CN"/>
              <a:t>The Institutional Mechanism: Four Steps</a:t>
            </a:r>
            <a:endParaRPr lang="zh-CN"/>
          </a:p>
        </p:txBody>
      </p:sp>
      <p:sp>
        <p:nvSpPr>
          <p:cNvPr id="3" name="内容占位符 2"/>
          <p:cNvSpPr>
            <a:spLocks noGrp="1"/>
          </p:cNvSpPr>
          <p:nvPr>
            <p:ph idx="1"/>
          </p:nvPr>
        </p:nvSpPr>
        <p:spPr>
          <a:xfrm>
            <a:off x="422899" y="2350108"/>
            <a:ext cx="10778221" cy="3609461"/>
          </a:xfrm>
        </p:spPr>
        <p:txBody>
          <a:bodyPr rtlCol="0"/>
          <a:lstStyle>
            <a:defPPr>
              <a:defRPr lang="zh-CN"/>
            </a:defPPr>
          </a:lstStyle>
          <a:p>
            <a:pPr rtl="0"/>
            <a:r>
              <a:rPr lang="zh-CN"/>
              <a:t>Step 1: Interview</a:t>
            </a:r>
            <a:endParaRPr lang="zh-CN"/>
          </a:p>
          <a:p>
            <a:pPr rtl="0"/>
            <a:r>
              <a:rPr lang="zh-CN"/>
              <a:t>Step 2: Interpreter</a:t>
            </a:r>
            <a:endParaRPr lang="zh-CN"/>
          </a:p>
          <a:p>
            <a:pPr rtl="0"/>
            <a:r>
              <a:rPr lang="zh-CN"/>
              <a:t>Step 3: Record</a:t>
            </a:r>
            <a:endParaRPr lang="zh-CN"/>
          </a:p>
          <a:p>
            <a:pPr rtl="0"/>
            <a:r>
              <a:rPr lang="zh-CN"/>
              <a:t>Step 4: Compilation</a:t>
            </a:r>
            <a:endParaRPr lang="zh-CN"/>
          </a:p>
        </p:txBody>
      </p:sp>
      <p:sp>
        <p:nvSpPr>
          <p:cNvPr id="39" name="灯片编号占位符 38"/>
          <p:cNvSpPr>
            <a:spLocks noGrp="1"/>
          </p:cNvSpPr>
          <p:nvPr>
            <p:ph type="sldNum" sz="quarter" idx="4"/>
          </p:nvPr>
        </p:nvSpPr>
        <p:spPr>
          <a:xfrm>
            <a:off x="11503152" y="0"/>
            <a:ext cx="685800" cy="685800"/>
          </a:xfrm>
        </p:spPr>
        <p:txBody>
          <a:bodyPr rtlCol="0"/>
          <a:lstStyle>
            <a:defPPr>
              <a:defRPr lang="zh-CN"/>
            </a:defPPr>
          </a:lstStyle>
          <a:p>
            <a:pPr rtl="0"/>
            <a:fld id="{3A4F6043-7A67-491B-98BC-F933DED7226D}" type="slidenum">
              <a:rPr lang="zh-CN" smtClean="0"/>
            </a:fld>
            <a:endParaRPr lang="zh-CN" dirty="0"/>
          </a:p>
        </p:txBody>
      </p:sp>
      <p:sp>
        <p:nvSpPr>
          <p:cNvPr id="4" name="幻灯片编号占位符 5"/>
          <p:cNvSpPr txBox="1"/>
          <p:nvPr/>
        </p:nvSpPr>
        <p:spPr>
          <a:xfrm>
            <a:off x="11503152" y="0"/>
            <a:ext cx="685800" cy="685800"/>
          </a:xfrm>
          <a:prstGeom prst="rect">
            <a:avLst/>
          </a:prstGeom>
        </p:spPr>
        <p:txBody>
          <a:bodyPr vert="horz" lIns="91440" tIns="45720" rIns="91440" bIns="45720" rtlCol="0" anchor="ctr"/>
          <a:lstStyle>
            <a:defPPr>
              <a:defRPr lang="zh-CN"/>
            </a:defPPr>
            <a:lvl1pPr marL="0" algn="ctr" defTabSz="914400" rtl="0" eaLnBrk="1" latinLnBrk="0" hangingPunct="1">
              <a:defRPr lang="zh-CN" sz="1200" kern="1200">
                <a:solidFill>
                  <a:schemeClr val="tx2"/>
                </a:solidFill>
                <a:latin typeface="+mn-cs"/>
                <a:ea typeface="+mn-ea"/>
                <a:cs typeface="+mn-cs"/>
              </a:defRPr>
            </a:lvl1pPr>
            <a:lvl2pPr marL="457200" algn="l" defTabSz="914400" rtl="0" eaLnBrk="1" latinLnBrk="0" hangingPunct="1">
              <a:defRPr lang="zh-CN" sz="1800" kern="1200">
                <a:solidFill>
                  <a:schemeClr val="tx1"/>
                </a:solidFill>
                <a:latin typeface="+mn-cs"/>
                <a:ea typeface="+mn-ea"/>
                <a:cs typeface="+mn-cs"/>
              </a:defRPr>
            </a:lvl2pPr>
            <a:lvl3pPr marL="914400" algn="l" defTabSz="914400" rtl="0" eaLnBrk="1" latinLnBrk="0" hangingPunct="1">
              <a:defRPr lang="zh-CN" sz="1800" kern="1200">
                <a:solidFill>
                  <a:schemeClr val="tx1"/>
                </a:solidFill>
                <a:latin typeface="+mn-cs"/>
                <a:ea typeface="+mn-ea"/>
                <a:cs typeface="+mn-cs"/>
              </a:defRPr>
            </a:lvl3pPr>
            <a:lvl4pPr marL="1371600" algn="l" defTabSz="914400" rtl="0" eaLnBrk="1" latinLnBrk="0" hangingPunct="1">
              <a:defRPr lang="zh-CN" sz="1800" kern="1200">
                <a:solidFill>
                  <a:schemeClr val="tx1"/>
                </a:solidFill>
                <a:latin typeface="+mn-cs"/>
                <a:ea typeface="+mn-ea"/>
                <a:cs typeface="+mn-cs"/>
              </a:defRPr>
            </a:lvl4pPr>
            <a:lvl5pPr marL="1828800" algn="l" defTabSz="914400" rtl="0" eaLnBrk="1" latinLnBrk="0" hangingPunct="1">
              <a:defRPr lang="zh-CN" sz="1800" kern="1200">
                <a:solidFill>
                  <a:schemeClr val="tx1"/>
                </a:solidFill>
                <a:latin typeface="+mn-cs"/>
                <a:ea typeface="+mn-ea"/>
                <a:cs typeface="+mn-cs"/>
              </a:defRPr>
            </a:lvl5pPr>
            <a:lvl6pPr marL="2286000" algn="l" defTabSz="914400" rtl="0" eaLnBrk="1" latinLnBrk="0" hangingPunct="1">
              <a:defRPr lang="zh-CN" sz="1800" kern="1200">
                <a:solidFill>
                  <a:schemeClr val="tx1"/>
                </a:solidFill>
                <a:latin typeface="+mn-cs"/>
                <a:ea typeface="+mn-ea"/>
                <a:cs typeface="+mn-cs"/>
              </a:defRPr>
            </a:lvl6pPr>
            <a:lvl7pPr marL="2743200" algn="l" defTabSz="914400" rtl="0" eaLnBrk="1" latinLnBrk="0" hangingPunct="1">
              <a:defRPr lang="zh-CN" sz="1800" kern="1200">
                <a:solidFill>
                  <a:schemeClr val="tx1"/>
                </a:solidFill>
                <a:latin typeface="+mn-cs"/>
                <a:ea typeface="+mn-ea"/>
                <a:cs typeface="+mn-cs"/>
              </a:defRPr>
            </a:lvl7pPr>
            <a:lvl8pPr marL="3200400" algn="l" defTabSz="914400" rtl="0" eaLnBrk="1" latinLnBrk="0" hangingPunct="1">
              <a:defRPr lang="zh-CN" sz="1800" kern="1200">
                <a:solidFill>
                  <a:schemeClr val="tx1"/>
                </a:solidFill>
                <a:latin typeface="+mn-cs"/>
                <a:ea typeface="+mn-ea"/>
                <a:cs typeface="+mn-cs"/>
              </a:defRPr>
            </a:lvl8pPr>
            <a:lvl9pPr marL="3657600" algn="l" defTabSz="914400" rtl="0" eaLnBrk="1" latinLnBrk="0" hangingPunct="1">
              <a:defRPr lang="zh-CN" sz="1800" kern="1200">
                <a:solidFill>
                  <a:schemeClr val="tx1"/>
                </a:solidFill>
                <a:latin typeface="+mn-cs"/>
                <a:ea typeface="+mn-ea"/>
                <a:cs typeface="+mn-cs"/>
              </a:defRPr>
            </a:lvl9pPr>
          </a:lstStyle>
          <a:p>
            <a:pPr rtl="0"/>
            <a:fld id="{3A4F6043-7A67-491B-98BC-F933DED7226D}" type="slidenum">
              <a:rPr lang="zh-CN" smtClean="0"/>
            </a:fld>
            <a:endParaRPr 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2178" y="365125"/>
            <a:ext cx="10660350" cy="1325563"/>
          </a:xfrm>
        </p:spPr>
        <p:txBody>
          <a:bodyPr rtlCol="0">
            <a:normAutofit/>
          </a:bodyPr>
          <a:lstStyle>
            <a:defPPr>
              <a:defRPr lang="zh-CN"/>
            </a:defPPr>
          </a:lstStyle>
          <a:p>
            <a:pPr rtl="0"/>
            <a:r>
              <a:rPr lang="zh-CN" dirty="0"/>
              <a:t>Steps 1–2: Interview and Interpreter</a:t>
            </a:r>
            <a:endParaRPr lang="zh-CN" dirty="0"/>
          </a:p>
        </p:txBody>
      </p:sp>
      <p:sp>
        <p:nvSpPr>
          <p:cNvPr id="4" name="内容占位符 3"/>
          <p:cNvSpPr>
            <a:spLocks noGrp="1"/>
          </p:cNvSpPr>
          <p:nvPr>
            <p:ph sz="half" idx="2"/>
          </p:nvPr>
        </p:nvSpPr>
        <p:spPr>
          <a:xfrm>
            <a:off x="422178" y="2198914"/>
            <a:ext cx="5157787" cy="3455925"/>
          </a:xfrm>
        </p:spPr>
        <p:txBody>
          <a:bodyPr vert="horz" lIns="91440" tIns="45720" rIns="91440" bIns="45720" rtlCol="0" anchor="t">
            <a:normAutofit/>
          </a:bodyPr>
          <a:lstStyle>
            <a:defPPr>
              <a:defRPr lang="zh-CN"/>
            </a:defPPr>
          </a:lstStyle>
          <a:p>
            <a:pPr rtl="0"/>
            <a:r>
              <a:rPr lang="zh-CN" dirty="0"/>
              <a:t>Step 1: The Court asked every mission a fixed list of questions (Tang Huiyao):</a:t>
            </a:r>
            <a:endParaRPr lang="zh-CN" dirty="0"/>
          </a:p>
          <a:p>
            <a:pPr lvl="1" rtl="0"/>
            <a:r>
              <a:rPr lang="zh-CN" dirty="0"/>
              <a:t>Land and customs</a:t>
            </a:r>
            <a:endParaRPr lang="zh-CN" dirty="0"/>
          </a:p>
          <a:p>
            <a:pPr lvl="1" rtl="0"/>
            <a:r>
              <a:rPr lang="zh-CN" dirty="0"/>
              <a:t>Dress and tribute</a:t>
            </a:r>
            <a:endParaRPr lang="zh-CN" dirty="0"/>
          </a:p>
          <a:p>
            <a:pPr lvl="1" rtl="0"/>
            <a:r>
              <a:rPr lang="zh-CN" dirty="0"/>
              <a:t>Distance and route</a:t>
            </a:r>
            <a:endParaRPr lang="zh-CN" dirty="0"/>
          </a:p>
          <a:p>
            <a:pPr lvl="1" rtl="0"/>
            <a:r>
              <a:rPr lang="zh-CN" dirty="0"/>
              <a:t>Names of leaders</a:t>
            </a:r>
            <a:endParaRPr lang="zh-CN" dirty="0"/>
          </a:p>
        </p:txBody>
      </p:sp>
      <p:sp>
        <p:nvSpPr>
          <p:cNvPr id="33" name="灯片编号占位符 32"/>
          <p:cNvSpPr>
            <a:spLocks noGrp="1"/>
          </p:cNvSpPr>
          <p:nvPr>
            <p:ph type="sldNum" sz="quarter" idx="12"/>
          </p:nvPr>
        </p:nvSpPr>
        <p:spPr>
          <a:xfrm>
            <a:off x="11503152" y="0"/>
            <a:ext cx="685800" cy="685800"/>
          </a:xfrm>
        </p:spPr>
        <p:txBody>
          <a:bodyPr rtlCol="0"/>
          <a:lstStyle>
            <a:defPPr>
              <a:defRPr lang="zh-CN"/>
            </a:defPPr>
          </a:lstStyle>
          <a:p>
            <a:pPr rtl="0"/>
            <a:fld id="{3A4F6043-7A67-491B-98BC-F933DED7226D}" type="slidenum">
              <a:rPr lang="zh-CN" smtClean="0"/>
            </a:fld>
            <a:endParaRPr lang="zh-CN" dirty="0"/>
          </a:p>
        </p:txBody>
      </p:sp>
      <p:sp>
        <p:nvSpPr>
          <p:cNvPr id="6" name="内容占位符 5"/>
          <p:cNvSpPr>
            <a:spLocks noGrp="1"/>
          </p:cNvSpPr>
          <p:nvPr>
            <p:ph sz="half" idx="13"/>
          </p:nvPr>
        </p:nvSpPr>
        <p:spPr>
          <a:xfrm>
            <a:off x="5924741" y="2198913"/>
            <a:ext cx="5157787" cy="3455925"/>
          </a:xfrm>
        </p:spPr>
        <p:txBody>
          <a:bodyPr vert="horz" lIns="91440" tIns="45720" rIns="91440" bIns="45720" rtlCol="0" anchor="t">
            <a:normAutofit/>
          </a:bodyPr>
          <a:lstStyle>
            <a:defPPr>
              <a:defRPr lang="zh-CN"/>
            </a:defPPr>
          </a:lstStyle>
          <a:p>
            <a:pPr rtl="0"/>
            <a:r>
              <a:rPr lang="zh-CN" dirty="0"/>
              <a:t>Step 2: The envoy and the officials did not share a language.</a:t>
            </a:r>
            <a:endParaRPr lang="zh-CN" dirty="0"/>
          </a:p>
          <a:p>
            <a:pPr lvl="1" rtl="0"/>
            <a:r>
              <a:rPr lang="zh-CN" dirty="0"/>
              <a:t>Officials from other offices sometimes joined</a:t>
            </a:r>
            <a:endParaRPr lang="zh-CN" dirty="0"/>
          </a:p>
          <a:p>
            <a:pPr lvl="1" rtl="0"/>
            <a:r>
              <a:rPr lang="zh-CN" dirty="0"/>
              <a:t>Everyone heard the envoy through the interpreter</a:t>
            </a:r>
            <a:endParaRPr lang="zh-C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2178" y="365125"/>
            <a:ext cx="10660350" cy="1325563"/>
          </a:xfrm>
        </p:spPr>
        <p:txBody>
          <a:bodyPr rtlCol="0">
            <a:normAutofit/>
          </a:bodyPr>
          <a:lstStyle>
            <a:defPPr>
              <a:defRPr lang="zh-CN"/>
            </a:defPPr>
          </a:lstStyle>
          <a:p>
            <a:pPr rtl="0"/>
            <a:r>
              <a:rPr lang="zh-CN" dirty="0"/>
              <a:t>Steps 3–4: Record and Compilation</a:t>
            </a:r>
            <a:endParaRPr lang="zh-CN" dirty="0"/>
          </a:p>
        </p:txBody>
      </p:sp>
      <p:sp>
        <p:nvSpPr>
          <p:cNvPr id="4" name="内容占位符 3"/>
          <p:cNvSpPr>
            <a:spLocks noGrp="1"/>
          </p:cNvSpPr>
          <p:nvPr>
            <p:ph sz="half" idx="2"/>
          </p:nvPr>
        </p:nvSpPr>
        <p:spPr>
          <a:xfrm>
            <a:off x="422178" y="2198914"/>
            <a:ext cx="5157787" cy="3455925"/>
          </a:xfrm>
        </p:spPr>
        <p:txBody>
          <a:bodyPr vert="horz" lIns="91440" tIns="45720" rIns="91440" bIns="45720" rtlCol="0" anchor="t">
            <a:normAutofit/>
          </a:bodyPr>
          <a:lstStyle>
            <a:defPPr>
              <a:defRPr lang="zh-CN"/>
            </a:defPPr>
          </a:lstStyle>
          <a:p>
            <a:pPr rtl="0"/>
            <a:r>
              <a:rPr lang="zh-CN" dirty="0"/>
              <a:t>Step 3: The record</a:t>
            </a:r>
            <a:endParaRPr lang="zh-CN" dirty="0"/>
          </a:p>
          <a:p>
            <a:pPr lvl="1" rtl="0"/>
            <a:r>
              <a:rPr lang="zh-CN" dirty="0"/>
              <a:t>Maps of the foreign places</a:t>
            </a:r>
            <a:endParaRPr lang="zh-CN" dirty="0"/>
          </a:p>
          <a:p>
            <a:pPr lvl="1" rtl="0"/>
            <a:r>
              <a:rPr lang="zh-CN" dirty="0"/>
              <a:t>Portraits of the envoys</a:t>
            </a:r>
            <a:endParaRPr lang="zh-CN" dirty="0"/>
          </a:p>
          <a:p>
            <a:pPr lvl="1" rtl="0"/>
            <a:r>
              <a:rPr lang="zh-CN" dirty="0"/>
              <a:t>Copies to the Secretariat; originals kept in the Court</a:t>
            </a:r>
            <a:endParaRPr lang="zh-CN" dirty="0"/>
          </a:p>
          <a:p>
            <a:pPr lvl="1" rtl="0"/>
            <a:r>
              <a:rPr lang="zh-CN" dirty="0"/>
              <a:t>A written report to the Bureau</a:t>
            </a:r>
            <a:endParaRPr lang="zh-CN" dirty="0"/>
          </a:p>
        </p:txBody>
      </p:sp>
      <p:sp>
        <p:nvSpPr>
          <p:cNvPr id="33" name="灯片编号占位符 32"/>
          <p:cNvSpPr>
            <a:spLocks noGrp="1"/>
          </p:cNvSpPr>
          <p:nvPr>
            <p:ph type="sldNum" sz="quarter" idx="12"/>
          </p:nvPr>
        </p:nvSpPr>
        <p:spPr>
          <a:xfrm>
            <a:off x="11503152" y="0"/>
            <a:ext cx="685800" cy="685800"/>
          </a:xfrm>
        </p:spPr>
        <p:txBody>
          <a:bodyPr rtlCol="0"/>
          <a:lstStyle>
            <a:defPPr>
              <a:defRPr lang="zh-CN"/>
            </a:defPPr>
          </a:lstStyle>
          <a:p>
            <a:pPr rtl="0"/>
            <a:fld id="{3A4F6043-7A67-491B-98BC-F933DED7226D}" type="slidenum">
              <a:rPr lang="zh-CN" smtClean="0"/>
            </a:fld>
            <a:endParaRPr lang="zh-CN" dirty="0"/>
          </a:p>
        </p:txBody>
      </p:sp>
      <p:sp>
        <p:nvSpPr>
          <p:cNvPr id="6" name="内容占位符 5"/>
          <p:cNvSpPr>
            <a:spLocks noGrp="1"/>
          </p:cNvSpPr>
          <p:nvPr>
            <p:ph sz="half" idx="13"/>
          </p:nvPr>
        </p:nvSpPr>
        <p:spPr>
          <a:xfrm>
            <a:off x="5924741" y="2198913"/>
            <a:ext cx="5157787" cy="3455925"/>
          </a:xfrm>
        </p:spPr>
        <p:txBody>
          <a:bodyPr vert="horz" lIns="91440" tIns="45720" rIns="91440" bIns="45720" rtlCol="0" anchor="t">
            <a:normAutofit/>
          </a:bodyPr>
          <a:lstStyle>
            <a:defPPr>
              <a:defRPr lang="zh-CN"/>
            </a:defPPr>
          </a:lstStyle>
          <a:p>
            <a:pPr rtl="0"/>
            <a:r>
              <a:rPr lang="zh-CN" dirty="0"/>
              <a:t>Step 4: Compilation</a:t>
            </a:r>
            <a:endParaRPr lang="zh-CN" dirty="0"/>
          </a:p>
          <a:p>
            <a:pPr lvl="1" rtl="0"/>
            <a:r>
              <a:rPr lang="zh-CN" dirty="0"/>
              <a:t>Historians may have copied or changed the reports</a:t>
            </a:r>
            <a:endParaRPr lang="zh-CN" dirty="0"/>
          </a:p>
          <a:p>
            <a:pPr lvl="1" rtl="0"/>
            <a:r>
              <a:rPr lang="zh-CN" dirty="0"/>
              <a:t>For a faraway country, the interview could be the only direct source</a:t>
            </a:r>
            <a:endParaRPr lang="zh-CN" dirty="0"/>
          </a:p>
          <a:p>
            <a:pPr lvl="1" rtl="0"/>
            <a:r>
              <a:rPr lang="zh-CN" dirty="0"/>
              <a:t>So interpreters' notes could be used</a:t>
            </a:r>
            <a:endParaRPr lang="zh-C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0624" y="365125"/>
            <a:ext cx="10654936" cy="1325563"/>
          </a:xfrm>
        </p:spPr>
        <p:txBody>
          <a:bodyPr rtlCol="0"/>
          <a:lstStyle>
            <a:defPPr>
              <a:defRPr lang="zh-CN"/>
            </a:defPPr>
          </a:lstStyle>
          <a:p>
            <a:pPr rtl="0"/>
            <a:r>
              <a:rPr lang="zh-CN" dirty="0"/>
              <a:t>Case 1: Kirghiz Envoys, AD 843</a:t>
            </a:r>
            <a:endParaRPr lang="zh-CN" dirty="0"/>
          </a:p>
        </p:txBody>
      </p:sp>
      <p:sp>
        <p:nvSpPr>
          <p:cNvPr id="6" name="内容占位符 5"/>
          <p:cNvSpPr>
            <a:spLocks noGrp="1"/>
          </p:cNvSpPr>
          <p:nvPr>
            <p:ph sz="quarter" idx="4"/>
          </p:nvPr>
        </p:nvSpPr>
        <p:spPr>
          <a:xfrm>
            <a:off x="7105342" y="2198914"/>
            <a:ext cx="3970218" cy="3445987"/>
          </a:xfrm>
        </p:spPr>
        <p:txBody>
          <a:bodyPr rtlCol="0"/>
          <a:lstStyle>
            <a:defPPr>
              <a:defRPr lang="zh-CN"/>
            </a:defPPr>
          </a:lstStyle>
          <a:p>
            <a:pPr rtl="0"/>
            <a:r>
              <a:rPr lang="zh-CN" dirty="0"/>
              <a:t>The whole mechanism at work</a:t>
            </a:r>
            <a:endParaRPr lang="zh-CN" dirty="0"/>
          </a:p>
          <a:p>
            <a:pPr rtl="0"/>
            <a:r>
              <a:rPr lang="zh-CN" dirty="0"/>
              <a:t>The interpreter asks the questions himself</a:t>
            </a:r>
            <a:endParaRPr lang="zh-CN" dirty="0"/>
          </a:p>
          <a:p>
            <a:pPr rtl="0"/>
            <a:r>
              <a:rPr lang="zh-CN" dirty="0"/>
              <a:t>He does more than pass on words</a:t>
            </a:r>
            <a:endParaRPr lang="zh-CN" dirty="0"/>
          </a:p>
        </p:txBody>
      </p:sp>
      <p:sp>
        <p:nvSpPr>
          <p:cNvPr id="33" name="灯片编号占位符 32"/>
          <p:cNvSpPr>
            <a:spLocks noGrp="1"/>
          </p:cNvSpPr>
          <p:nvPr>
            <p:ph type="sldNum" sz="quarter" idx="14"/>
          </p:nvPr>
        </p:nvSpPr>
        <p:spPr>
          <a:xfrm>
            <a:off x="11503152" y="0"/>
            <a:ext cx="685800" cy="685800"/>
          </a:xfrm>
        </p:spPr>
        <p:txBody>
          <a:bodyPr rtlCol="0"/>
          <a:lstStyle>
            <a:defPPr>
              <a:defRPr lang="zh-CN"/>
            </a:defPPr>
          </a:lstStyle>
          <a:p>
            <a:pPr rtl="0"/>
            <a:fld id="{3A4F6043-7A67-491B-98BC-F933DED7226D}" type="slidenum">
              <a:rPr lang="zh-CN" smtClean="0"/>
            </a:fld>
            <a:endParaRPr lang="zh-CN" dirty="0"/>
          </a:p>
        </p:txBody>
      </p:sp>
      <p:sp>
        <p:nvSpPr>
          <p:cNvPr id="4" name="内容占位符 3"/>
          <p:cNvSpPr>
            <a:spLocks noGrp="1"/>
          </p:cNvSpPr>
          <p:nvPr>
            <p:ph sz="half" idx="15"/>
          </p:nvPr>
        </p:nvSpPr>
        <p:spPr>
          <a:xfrm>
            <a:off x="422178" y="2198914"/>
            <a:ext cx="5055984" cy="3455925"/>
          </a:xfrm>
        </p:spPr>
        <p:txBody>
          <a:bodyPr rtlCol="0"/>
          <a:lstStyle>
            <a:defPPr>
              <a:defRPr lang="zh-CN"/>
            </a:defPPr>
          </a:lstStyle>
          <a:p>
            <a:pPr rtl="0"/>
            <a:r>
              <a:rPr lang="zh-CN" dirty="0"/>
              <a:t>Xin Tangshu: the emperor told an interpreter to ask about the Kirghiz land and customs.</a:t>
            </a:r>
            <a:endParaRPr lang="zh-CN" dirty="0"/>
          </a:p>
          <a:p>
            <a:pPr lvl="1" rtl="0"/>
            <a:r>
              <a:rPr lang="zh-CN" dirty="0"/>
              <a:t>Interview</a:t>
            </a:r>
            <a:endParaRPr lang="zh-CN" dirty="0"/>
          </a:p>
          <a:p>
            <a:pPr lvl="1" rtl="0"/>
            <a:r>
              <a:rPr lang="zh-CN" dirty="0"/>
              <a:t>Painting of the envoys</a:t>
            </a:r>
            <a:endParaRPr lang="zh-CN" dirty="0"/>
          </a:p>
          <a:p>
            <a:pPr lvl="1" rtl="0"/>
            <a:r>
              <a:rPr lang="zh-CN" dirty="0"/>
              <a:t>Report from Li Deyu</a:t>
            </a:r>
            <a:endParaRPr lang="zh-C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2178" y="365125"/>
            <a:ext cx="9733538" cy="1325563"/>
          </a:xfrm>
        </p:spPr>
        <p:txBody>
          <a:bodyPr rtlCol="0"/>
          <a:lstStyle>
            <a:defPPr>
              <a:defRPr lang="zh-CN"/>
            </a:defPPr>
          </a:lstStyle>
          <a:p>
            <a:pPr rtl="0"/>
            <a:r>
              <a:rPr lang="zh-CN" dirty="0"/>
              <a:t>Case 2: The Sui Dynasty, AD 600</a:t>
            </a:r>
            <a:endParaRPr lang="zh-CN" dirty="0"/>
          </a:p>
        </p:txBody>
      </p:sp>
      <p:sp>
        <p:nvSpPr>
          <p:cNvPr id="3" name="内容占位符 2"/>
          <p:cNvSpPr>
            <a:spLocks noGrp="1"/>
          </p:cNvSpPr>
          <p:nvPr>
            <p:ph idx="1"/>
          </p:nvPr>
        </p:nvSpPr>
        <p:spPr>
          <a:xfrm>
            <a:off x="419106" y="2198915"/>
            <a:ext cx="9741183" cy="3345316"/>
          </a:xfrm>
        </p:spPr>
        <p:txBody>
          <a:bodyPr rtlCol="0">
            <a:normAutofit/>
          </a:bodyPr>
          <a:lstStyle>
            <a:defPPr>
              <a:defRPr lang="zh-CN"/>
            </a:defPPr>
          </a:lstStyle>
          <a:p>
            <a:pPr rtl="0"/>
            <a:r>
              <a:rPr lang="zh-CN" dirty="0"/>
              <a:t>The Suishu mostly describes events, not conversations</a:t>
            </a:r>
            <a:endParaRPr lang="zh-CN" dirty="0"/>
          </a:p>
          <a:p>
            <a:pPr rtl="0"/>
            <a:r>
              <a:rPr lang="zh-CN" dirty="0"/>
              <a:t>Yet it keeps a Yamato envoy's answer about Japanese customs</a:t>
            </a:r>
            <a:endParaRPr lang="zh-CN" dirty="0"/>
          </a:p>
          <a:p>
            <a:pPr rtl="0"/>
            <a:r>
              <a:rPr lang="zh-CN" dirty="0"/>
              <a:t>His ruler saw Heaven as her elder brother and the sun as her younger brother</a:t>
            </a:r>
            <a:endParaRPr lang="zh-CN" dirty="0"/>
          </a:p>
          <a:p>
            <a:pPr rtl="0"/>
            <a:r>
              <a:rPr lang="zh-CN" dirty="0"/>
              <a:t>Lung: an interpreter's account, written almost straight into the history</a:t>
            </a:r>
            <a:endParaRPr lang="zh-CN" dirty="0"/>
          </a:p>
          <a:p>
            <a:pPr rtl="0"/>
            <a:r>
              <a:rPr lang="zh-CN" dirty="0"/>
              <a:t>So the practice is older than the Tang</a:t>
            </a:r>
            <a:endParaRPr lang="zh-CN" dirty="0"/>
          </a:p>
        </p:txBody>
      </p:sp>
      <p:sp>
        <p:nvSpPr>
          <p:cNvPr id="35" name="灯片编号占位符 34"/>
          <p:cNvSpPr>
            <a:spLocks noGrp="1"/>
          </p:cNvSpPr>
          <p:nvPr>
            <p:ph type="sldNum" sz="quarter" idx="4"/>
          </p:nvPr>
        </p:nvSpPr>
        <p:spPr>
          <a:xfrm>
            <a:off x="11503152" y="0"/>
            <a:ext cx="685800" cy="685800"/>
          </a:xfrm>
        </p:spPr>
        <p:txBody>
          <a:bodyPr rtlCol="0"/>
          <a:lstStyle>
            <a:defPPr>
              <a:defRPr lang="zh-CN"/>
            </a:defPPr>
          </a:lstStyle>
          <a:p>
            <a:pPr rtl="0"/>
            <a:fld id="{3A4F6043-7A67-491B-98BC-F933DED7226D}" type="slidenum">
              <a:rPr lang="zh-CN" smtClean="0"/>
            </a:fld>
            <a:endParaRPr lang="zh-CN" dirty="0"/>
          </a:p>
        </p:txBody>
      </p:sp>
      <p:sp>
        <p:nvSpPr>
          <p:cNvPr id="4" name="幻灯片编号占位符 5"/>
          <p:cNvSpPr txBox="1"/>
          <p:nvPr/>
        </p:nvSpPr>
        <p:spPr>
          <a:xfrm>
            <a:off x="11503152" y="0"/>
            <a:ext cx="685800" cy="685800"/>
          </a:xfrm>
          <a:prstGeom prst="rect">
            <a:avLst/>
          </a:prstGeom>
        </p:spPr>
        <p:txBody>
          <a:bodyPr vert="horz" lIns="91440" tIns="45720" rIns="91440" bIns="45720" rtlCol="0" anchor="ctr"/>
          <a:lstStyle>
            <a:defPPr>
              <a:defRPr lang="zh-CN"/>
            </a:defPPr>
            <a:lvl1pPr marL="0" algn="ctr" defTabSz="914400" rtl="0" eaLnBrk="1" latinLnBrk="0" hangingPunct="1">
              <a:defRPr lang="zh-CN" sz="1200" kern="1200">
                <a:solidFill>
                  <a:schemeClr val="tx2"/>
                </a:solidFill>
                <a:latin typeface="+mn-cs"/>
                <a:ea typeface="+mn-ea"/>
                <a:cs typeface="+mn-cs"/>
              </a:defRPr>
            </a:lvl1pPr>
            <a:lvl2pPr marL="457200" algn="l" defTabSz="914400" rtl="0" eaLnBrk="1" latinLnBrk="0" hangingPunct="1">
              <a:defRPr lang="zh-CN" sz="1800" kern="1200">
                <a:solidFill>
                  <a:schemeClr val="tx1"/>
                </a:solidFill>
                <a:latin typeface="+mn-cs"/>
                <a:ea typeface="+mn-ea"/>
                <a:cs typeface="+mn-cs"/>
              </a:defRPr>
            </a:lvl2pPr>
            <a:lvl3pPr marL="914400" algn="l" defTabSz="914400" rtl="0" eaLnBrk="1" latinLnBrk="0" hangingPunct="1">
              <a:defRPr lang="zh-CN" sz="1800" kern="1200">
                <a:solidFill>
                  <a:schemeClr val="tx1"/>
                </a:solidFill>
                <a:latin typeface="+mn-cs"/>
                <a:ea typeface="+mn-ea"/>
                <a:cs typeface="+mn-cs"/>
              </a:defRPr>
            </a:lvl3pPr>
            <a:lvl4pPr marL="1371600" algn="l" defTabSz="914400" rtl="0" eaLnBrk="1" latinLnBrk="0" hangingPunct="1">
              <a:defRPr lang="zh-CN" sz="1800" kern="1200">
                <a:solidFill>
                  <a:schemeClr val="tx1"/>
                </a:solidFill>
                <a:latin typeface="+mn-cs"/>
                <a:ea typeface="+mn-ea"/>
                <a:cs typeface="+mn-cs"/>
              </a:defRPr>
            </a:lvl4pPr>
            <a:lvl5pPr marL="1828800" algn="l" defTabSz="914400" rtl="0" eaLnBrk="1" latinLnBrk="0" hangingPunct="1">
              <a:defRPr lang="zh-CN" sz="1800" kern="1200">
                <a:solidFill>
                  <a:schemeClr val="tx1"/>
                </a:solidFill>
                <a:latin typeface="+mn-cs"/>
                <a:ea typeface="+mn-ea"/>
                <a:cs typeface="+mn-cs"/>
              </a:defRPr>
            </a:lvl5pPr>
            <a:lvl6pPr marL="2286000" algn="l" defTabSz="914400" rtl="0" eaLnBrk="1" latinLnBrk="0" hangingPunct="1">
              <a:defRPr lang="zh-CN" sz="1800" kern="1200">
                <a:solidFill>
                  <a:schemeClr val="tx1"/>
                </a:solidFill>
                <a:latin typeface="+mn-cs"/>
                <a:ea typeface="+mn-ea"/>
                <a:cs typeface="+mn-cs"/>
              </a:defRPr>
            </a:lvl6pPr>
            <a:lvl7pPr marL="2743200" algn="l" defTabSz="914400" rtl="0" eaLnBrk="1" latinLnBrk="0" hangingPunct="1">
              <a:defRPr lang="zh-CN" sz="1800" kern="1200">
                <a:solidFill>
                  <a:schemeClr val="tx1"/>
                </a:solidFill>
                <a:latin typeface="+mn-cs"/>
                <a:ea typeface="+mn-ea"/>
                <a:cs typeface="+mn-cs"/>
              </a:defRPr>
            </a:lvl7pPr>
            <a:lvl8pPr marL="3200400" algn="l" defTabSz="914400" rtl="0" eaLnBrk="1" latinLnBrk="0" hangingPunct="1">
              <a:defRPr lang="zh-CN" sz="1800" kern="1200">
                <a:solidFill>
                  <a:schemeClr val="tx1"/>
                </a:solidFill>
                <a:latin typeface="+mn-cs"/>
                <a:ea typeface="+mn-ea"/>
                <a:cs typeface="+mn-cs"/>
              </a:defRPr>
            </a:lvl8pPr>
            <a:lvl9pPr marL="3657600" algn="l" defTabSz="914400" rtl="0" eaLnBrk="1" latinLnBrk="0" hangingPunct="1">
              <a:defRPr lang="zh-CN" sz="1800" kern="1200">
                <a:solidFill>
                  <a:schemeClr val="tx1"/>
                </a:solidFill>
                <a:latin typeface="+mn-cs"/>
                <a:ea typeface="+mn-ea"/>
                <a:cs typeface="+mn-cs"/>
              </a:defRPr>
            </a:lvl9pPr>
          </a:lstStyle>
          <a:p>
            <a:pPr rtl="0"/>
            <a:fld id="{3A4F6043-7A67-491B-98BC-F933DED7226D}" type="slidenum">
              <a:rPr lang="zh-CN" smtClean="0"/>
            </a:fld>
            <a:endParaRPr lang="zh-C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20623" y="365760"/>
            <a:ext cx="11067089" cy="1325880"/>
          </a:xfrm>
        </p:spPr>
        <p:txBody>
          <a:bodyPr rtlCol="0"/>
          <a:lstStyle>
            <a:defPPr>
              <a:defRPr lang="zh-CN"/>
            </a:defPPr>
          </a:lstStyle>
          <a:p>
            <a:pPr rtl="0"/>
            <a:r>
              <a:rPr lang="zh-CN"/>
              <a:t>Case 3: Zhigong Tu and Liangshu</a:t>
            </a:r>
            <a:endParaRPr lang="zh-CN"/>
          </a:p>
        </p:txBody>
      </p:sp>
      <p:sp>
        <p:nvSpPr>
          <p:cNvPr id="2" name="文本占位符 1"/>
          <p:cNvSpPr>
            <a:spLocks noGrp="1"/>
          </p:cNvSpPr>
          <p:nvPr>
            <p:ph type="body" sz="quarter" idx="11"/>
          </p:nvPr>
        </p:nvSpPr>
        <p:spPr>
          <a:xfrm>
            <a:off x="420624" y="2189377"/>
            <a:ext cx="3568990" cy="3517679"/>
          </a:xfrm>
        </p:spPr>
        <p:txBody>
          <a:bodyPr rtlCol="0"/>
          <a:lstStyle>
            <a:defPPr>
              <a:defRPr lang="zh-CN"/>
            </a:defPPr>
          </a:lstStyle>
          <a:p>
            <a:pPr rtl="0"/>
            <a:r>
              <a:rPr lang="zh-CN"/>
              <a:t>A 6th-century painting with texts on 13 countries</a:t>
            </a:r>
            <a:endParaRPr lang="zh-CN"/>
          </a:p>
          <a:p>
            <a:pPr rtl="0"/>
            <a:r>
              <a:rPr lang="zh-CN"/>
              <a:t>Same question list as the Tang interviews</a:t>
            </a:r>
            <a:endParaRPr lang="zh-CN"/>
          </a:p>
          <a:p>
            <a:pPr rtl="0"/>
            <a:r>
              <a:rPr lang="zh-CN"/>
              <a:t>Liangshu (AD 636) repeats many texts almost word for word</a:t>
            </a:r>
            <a:endParaRPr lang="zh-CN"/>
          </a:p>
          <a:p>
            <a:pPr rtl="0"/>
            <a:r>
              <a:rPr lang="zh-CN"/>
              <a:t>Lung's figures are rough, but no accident</a:t>
            </a:r>
            <a:endParaRPr lang="zh-CN"/>
          </a:p>
        </p:txBody>
      </p:sp>
      <p:graphicFrame>
        <p:nvGraphicFramePr>
          <p:cNvPr id="7" name="表格占位符 6"/>
          <p:cNvGraphicFramePr>
            <a:graphicFrameLocks noGrp="1"/>
          </p:cNvGraphicFramePr>
          <p:nvPr>
            <p:ph type="tbl" sz="quarter" idx="10"/>
          </p:nvPr>
        </p:nvGraphicFramePr>
        <p:xfrm>
          <a:off x="4502150" y="2189163"/>
          <a:ext cx="6580190" cy="3485044"/>
        </p:xfrm>
        <a:graphic>
          <a:graphicData uri="http://schemas.openxmlformats.org/drawingml/2006/table">
            <a:tbl>
              <a:tblPr firstRow="1" bandRow="1">
                <a:tableStyleId>{F5AB1C69-6EDB-4FF4-983F-18BD219EF322}</a:tableStyleId>
              </a:tblPr>
              <a:tblGrid>
                <a:gridCol w="1900000"/>
                <a:gridCol w="1300000"/>
                <a:gridCol w="3380190"/>
              </a:tblGrid>
              <a:tr h="360407">
                <a:tc>
                  <a:txBody>
                    <a:bodyPr/>
                    <a:lstStyle>
                      <a:defPPr>
                        <a:defRPr lang="zh-CN"/>
                      </a:defPPr>
                    </a:lstStyle>
                    <a:p>
                      <a:pPr algn="l" rtl="0"/>
                      <a:r>
                        <a:rPr lang="zh-CN"/>
                        <a:t>Country</a:t>
                      </a:r>
                      <a:endParaRPr lang="zh-CN"/>
                    </a:p>
                  </a:txBody>
                  <a:tcPr anchor="ctr"/>
                </a:tc>
                <a:tc>
                  <a:txBody>
                    <a:bodyPr/>
                    <a:lstStyle>
                      <a:defPPr>
                        <a:defRPr lang="zh-CN"/>
                      </a:defPPr>
                    </a:lstStyle>
                    <a:p>
                      <a:pPr algn="l" rtl="0"/>
                      <a:r>
                        <a:rPr lang="zh-CN"/>
                        <a:t>Match</a:t>
                      </a:r>
                      <a:endParaRPr lang="zh-CN"/>
                    </a:p>
                  </a:txBody>
                  <a:tcPr anchor="ctr"/>
                </a:tc>
                <a:tc>
                  <a:txBody>
                    <a:bodyPr/>
                    <a:lstStyle>
                      <a:defPPr>
                        <a:defRPr lang="zh-CN"/>
                      </a:defPPr>
                    </a:lstStyle>
                    <a:p>
                      <a:pPr algn="l" rtl="0"/>
                      <a:r>
                        <a:rPr lang="zh-CN"/>
                        <a:t>Reason for differences</a:t>
                      </a:r>
                      <a:endParaRPr lang="zh-CN"/>
                    </a:p>
                  </a:txBody>
                  <a:tcPr anchor="ctr"/>
                </a:tc>
              </a:tr>
              <a:tr h="779821">
                <a:tc>
                  <a:txBody>
                    <a:bodyPr/>
                    <a:lstStyle>
                      <a:defPPr>
                        <a:defRPr lang="zh-CN"/>
                      </a:defPPr>
                    </a:lstStyle>
                    <a:p>
                      <a:pPr algn="l" rtl="0"/>
                      <a:r>
                        <a:rPr lang="zh-CN" dirty="0"/>
                        <a:t>Hephthalites</a:t>
                      </a:r>
                      <a:endParaRPr lang="zh-CN" dirty="0"/>
                    </a:p>
                  </a:txBody>
                  <a:tcPr anchor="ctr"/>
                </a:tc>
                <a:tc>
                  <a:txBody>
                    <a:bodyPr/>
                    <a:lstStyle>
                      <a:defPPr>
                        <a:defRPr lang="zh-CN"/>
                      </a:defPPr>
                    </a:lstStyle>
                    <a:p>
                      <a:pPr algn="l" rtl="0"/>
                      <a:r>
                        <a:rPr lang="zh-CN"/>
                        <a:t>95%</a:t>
                      </a:r>
                      <a:endParaRPr lang="zh-CN"/>
                    </a:p>
                  </a:txBody>
                  <a:tcPr anchor="ctr"/>
                </a:tc>
                <a:tc>
                  <a:txBody>
                    <a:bodyPr/>
                    <a:lstStyle>
                      <a:defPPr>
                        <a:defRPr lang="zh-CN"/>
                      </a:defPPr>
                    </a:lstStyle>
                    <a:p>
                      <a:pPr algn="l" rtl="0"/>
                      <a:r>
                        <a:rPr lang="zh-CN"/>
                        <a:t>Paragraphs rearranged</a:t>
                      </a:r>
                      <a:endParaRPr lang="zh-CN"/>
                    </a:p>
                  </a:txBody>
                  <a:tcPr anchor="ctr"/>
                </a:tc>
              </a:tr>
              <a:tr h="779821">
                <a:tc>
                  <a:txBody>
                    <a:bodyPr/>
                    <a:lstStyle>
                      <a:defPPr>
                        <a:defRPr lang="zh-CN"/>
                      </a:defPPr>
                    </a:lstStyle>
                    <a:p>
                      <a:pPr algn="l" rtl="0"/>
                      <a:r>
                        <a:rPr lang="zh-CN"/>
                        <a:t>Dengzhi</a:t>
                      </a:r>
                      <a:endParaRPr lang="zh-CN"/>
                    </a:p>
                  </a:txBody>
                  <a:tcPr anchor="ctr"/>
                </a:tc>
                <a:tc>
                  <a:txBody>
                    <a:bodyPr/>
                    <a:lstStyle>
                      <a:defPPr>
                        <a:defRPr lang="zh-CN"/>
                      </a:defPPr>
                    </a:lstStyle>
                    <a:p>
                      <a:pPr algn="l" rtl="0"/>
                      <a:r>
                        <a:rPr lang="zh-CN"/>
                        <a:t>90%</a:t>
                      </a:r>
                      <a:endParaRPr lang="zh-CN"/>
                    </a:p>
                  </a:txBody>
                  <a:tcPr anchor="ctr"/>
                </a:tc>
                <a:tc>
                  <a:txBody>
                    <a:bodyPr/>
                    <a:lstStyle>
                      <a:defPPr>
                        <a:defRPr lang="zh-CN"/>
                      </a:defPPr>
                    </a:lstStyle>
                    <a:p>
                      <a:pPr algn="l" rtl="0"/>
                      <a:r>
                        <a:rPr lang="zh-CN"/>
                        <a:t>Style changes</a:t>
                      </a:r>
                      <a:endParaRPr lang="zh-CN"/>
                    </a:p>
                  </a:txBody>
                  <a:tcPr anchor="ctr"/>
                </a:tc>
              </a:tr>
              <a:tr h="779821">
                <a:tc>
                  <a:txBody>
                    <a:bodyPr/>
                    <a:lstStyle>
                      <a:defPPr>
                        <a:defRPr lang="zh-CN"/>
                      </a:defPPr>
                    </a:lstStyle>
                    <a:p>
                      <a:pPr algn="l" rtl="0"/>
                      <a:r>
                        <a:rPr lang="zh-CN"/>
                        <a:t>Persia</a:t>
                      </a:r>
                      <a:endParaRPr lang="zh-CN"/>
                    </a:p>
                  </a:txBody>
                  <a:tcPr anchor="ctr"/>
                </a:tc>
                <a:tc>
                  <a:txBody>
                    <a:bodyPr/>
                    <a:lstStyle>
                      <a:defPPr>
                        <a:defRPr lang="zh-CN"/>
                      </a:defPPr>
                    </a:lstStyle>
                    <a:p>
                      <a:pPr algn="l" rtl="0"/>
                      <a:r>
                        <a:rPr lang="zh-CN"/>
                        <a:t>85%</a:t>
                      </a:r>
                      <a:endParaRPr lang="zh-CN"/>
                    </a:p>
                  </a:txBody>
                  <a:tcPr anchor="ctr"/>
                </a:tc>
                <a:tc>
                  <a:txBody>
                    <a:bodyPr/>
                    <a:lstStyle>
                      <a:defPPr>
                        <a:defRPr lang="zh-CN"/>
                      </a:defPPr>
                    </a:lstStyle>
                    <a:p>
                      <a:pPr algn="l" rtl="0"/>
                      <a:r>
                        <a:rPr lang="zh-CN"/>
                        <a:t>Painting vague in places</a:t>
                      </a:r>
                      <a:endParaRPr lang="zh-CN"/>
                    </a:p>
                  </a:txBody>
                  <a:tcPr anchor="ctr"/>
                </a:tc>
              </a:tr>
              <a:tr h="779821">
                <a:tc>
                  <a:txBody>
                    <a:bodyPr/>
                    <a:lstStyle>
                      <a:defPPr>
                        <a:defRPr lang="zh-CN"/>
                      </a:defPPr>
                    </a:lstStyle>
                    <a:p>
                      <a:pPr algn="l" rtl="0"/>
                      <a:r>
                        <a:rPr lang="zh-CN"/>
                        <a:t>Langya Xiu</a:t>
                      </a:r>
                      <a:endParaRPr lang="zh-CN"/>
                    </a:p>
                  </a:txBody>
                  <a:tcPr anchor="ctr"/>
                </a:tc>
                <a:tc>
                  <a:txBody>
                    <a:bodyPr/>
                    <a:lstStyle>
                      <a:defPPr>
                        <a:defRPr lang="zh-CN"/>
                      </a:defPPr>
                    </a:lstStyle>
                    <a:p>
                      <a:pPr algn="l" rtl="0"/>
                      <a:r>
                        <a:rPr lang="zh-CN"/>
                        <a:t>85%</a:t>
                      </a:r>
                      <a:endParaRPr lang="zh-CN"/>
                    </a:p>
                  </a:txBody>
                  <a:tcPr anchor="ctr"/>
                </a:tc>
                <a:tc>
                  <a:txBody>
                    <a:bodyPr/>
                    <a:lstStyle>
                      <a:defPPr>
                        <a:defRPr lang="zh-CN"/>
                      </a:defPPr>
                    </a:lstStyle>
                    <a:p>
                      <a:pPr algn="l" rtl="0"/>
                      <a:r>
                        <a:rPr lang="zh-CN"/>
                        <a:t>Style changes; state letter added</a:t>
                      </a:r>
                      <a:endParaRPr lang="zh-CN"/>
                    </a:p>
                  </a:txBody>
                  <a:tcPr anchor="ctr"/>
                </a:tc>
              </a:tr>
            </a:tbl>
          </a:graphicData>
        </a:graphic>
      </p:graphicFrame>
      <p:sp>
        <p:nvSpPr>
          <p:cNvPr id="13" name="灯片编号占位符 12"/>
          <p:cNvSpPr>
            <a:spLocks noGrp="1"/>
          </p:cNvSpPr>
          <p:nvPr>
            <p:ph type="sldNum" sz="quarter" idx="4"/>
          </p:nvPr>
        </p:nvSpPr>
        <p:spPr>
          <a:xfrm>
            <a:off x="11503152" y="0"/>
            <a:ext cx="685800" cy="685800"/>
          </a:xfrm>
        </p:spPr>
        <p:txBody>
          <a:bodyPr rtlCol="0"/>
          <a:lstStyle>
            <a:defPPr>
              <a:defRPr lang="zh-CN"/>
            </a:defPPr>
          </a:lstStyle>
          <a:p>
            <a:pPr rtl="0"/>
            <a:fld id="{3A4F6043-7A67-491B-98BC-F933DED7226D}" type="slidenum">
              <a:rPr lang="zh-CN" smtClean="0"/>
            </a:fld>
            <a:endParaRPr lang="zh-C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0624" y="365125"/>
            <a:ext cx="10654936" cy="1325563"/>
          </a:xfrm>
        </p:spPr>
        <p:txBody>
          <a:bodyPr rtlCol="0"/>
          <a:lstStyle>
            <a:defPPr>
              <a:defRPr lang="zh-CN"/>
            </a:defPPr>
          </a:lstStyle>
          <a:p>
            <a:pPr rtl="0"/>
            <a:r>
              <a:rPr lang="zh-CN" dirty="0"/>
              <a:t>The Chain and Its Weak Spot</a:t>
            </a:r>
            <a:endParaRPr lang="zh-CN" dirty="0"/>
          </a:p>
        </p:txBody>
      </p:sp>
      <p:sp>
        <p:nvSpPr>
          <p:cNvPr id="6" name="内容占位符 5"/>
          <p:cNvSpPr>
            <a:spLocks noGrp="1"/>
          </p:cNvSpPr>
          <p:nvPr>
            <p:ph sz="quarter" idx="4"/>
          </p:nvPr>
        </p:nvSpPr>
        <p:spPr>
          <a:xfrm>
            <a:off x="7105342" y="2198914"/>
            <a:ext cx="3970218" cy="3445987"/>
          </a:xfrm>
        </p:spPr>
        <p:txBody>
          <a:bodyPr rtlCol="0"/>
          <a:lstStyle>
            <a:defPPr>
              <a:defRPr lang="zh-CN"/>
            </a:defPPr>
          </a:lstStyle>
          <a:p>
            <a:pPr rtl="0"/>
            <a:r>
              <a:rPr lang="zh-CN" dirty="0"/>
              <a:t>No interpreter's notes have survived</a:t>
            </a:r>
            <a:endParaRPr lang="zh-CN" dirty="0"/>
          </a:p>
          <a:p>
            <a:pPr rtl="0"/>
            <a:r>
              <a:rPr lang="zh-CN" dirty="0"/>
              <a:t>So the link is a good guess, not proof</a:t>
            </a:r>
            <a:endParaRPr lang="zh-CN" dirty="0"/>
          </a:p>
          <a:p>
            <a:pPr rtl="0"/>
            <a:r>
              <a:rPr lang="zh-CN" dirty="0"/>
              <a:t>How strong is the guess?</a:t>
            </a:r>
            <a:endParaRPr lang="zh-CN" dirty="0"/>
          </a:p>
        </p:txBody>
      </p:sp>
      <p:sp>
        <p:nvSpPr>
          <p:cNvPr id="33" name="灯片编号占位符 32"/>
          <p:cNvSpPr>
            <a:spLocks noGrp="1"/>
          </p:cNvSpPr>
          <p:nvPr>
            <p:ph type="sldNum" sz="quarter" idx="14"/>
          </p:nvPr>
        </p:nvSpPr>
        <p:spPr>
          <a:xfrm>
            <a:off x="11503152" y="0"/>
            <a:ext cx="685800" cy="685800"/>
          </a:xfrm>
        </p:spPr>
        <p:txBody>
          <a:bodyPr rtlCol="0"/>
          <a:lstStyle>
            <a:defPPr>
              <a:defRPr lang="zh-CN"/>
            </a:defPPr>
          </a:lstStyle>
          <a:p>
            <a:pPr rtl="0"/>
            <a:fld id="{3A4F6043-7A67-491B-98BC-F933DED7226D}" type="slidenum">
              <a:rPr lang="zh-CN" smtClean="0"/>
            </a:fld>
            <a:endParaRPr lang="zh-CN" dirty="0"/>
          </a:p>
        </p:txBody>
      </p:sp>
      <p:sp>
        <p:nvSpPr>
          <p:cNvPr id="4" name="内容占位符 3"/>
          <p:cNvSpPr>
            <a:spLocks noGrp="1"/>
          </p:cNvSpPr>
          <p:nvPr>
            <p:ph sz="half" idx="15"/>
          </p:nvPr>
        </p:nvSpPr>
        <p:spPr>
          <a:xfrm>
            <a:off x="422178" y="2198914"/>
            <a:ext cx="5055984" cy="3455925"/>
          </a:xfrm>
        </p:spPr>
        <p:txBody>
          <a:bodyPr rtlCol="0"/>
          <a:lstStyle>
            <a:defPPr>
              <a:defRPr lang="zh-CN"/>
            </a:defPPr>
          </a:lstStyle>
          <a:p>
            <a:pPr rtl="0"/>
            <a:r>
              <a:rPr lang="zh-CN" dirty="0"/>
              <a:t>From interview to official history:</a:t>
            </a:r>
            <a:endParaRPr lang="zh-CN" dirty="0"/>
          </a:p>
          <a:p>
            <a:pPr lvl="1" rtl="0"/>
            <a:r>
              <a:rPr lang="zh-CN" dirty="0"/>
              <a:t>Interview</a:t>
            </a:r>
            <a:endParaRPr lang="zh-CN" dirty="0"/>
          </a:p>
          <a:p>
            <a:pPr lvl="1" rtl="0"/>
            <a:r>
              <a:rPr lang="zh-CN" dirty="0"/>
              <a:t>Interpreter's report</a:t>
            </a:r>
            <a:endParaRPr lang="zh-CN" dirty="0"/>
          </a:p>
          <a:p>
            <a:pPr lvl="1" rtl="0"/>
            <a:r>
              <a:rPr lang="zh-CN" dirty="0"/>
              <a:t>The Bureau</a:t>
            </a:r>
            <a:endParaRPr lang="zh-CN" dirty="0"/>
          </a:p>
          <a:p>
            <a:pPr lvl="1" rtl="0"/>
            <a:r>
              <a:rPr lang="zh-CN" dirty="0"/>
              <a:t>The official history</a:t>
            </a:r>
            <a:endParaRPr lang="zh-CN" dirty="0"/>
          </a:p>
        </p:txBody>
      </p:sp>
    </p:spTree>
  </p:cSld>
  <p:clrMapOvr>
    <a:masterClrMapping/>
  </p:clrMapOvr>
</p:sld>
</file>

<file path=ppt/theme/theme1.xml><?xml version="1.0" encoding="utf-8"?>
<a:theme xmlns:a="http://schemas.openxmlformats.org/drawingml/2006/main" name="OffsetVTI">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ante">
      <a:majorFont>
        <a:latin typeface="Microsoft YaHei UI"/>
        <a:ea typeface=""/>
        <a:cs typeface="Microsoft YaHei UI"/>
      </a:majorFont>
      <a:minorFont>
        <a:latin typeface="Microsoft YaHei UI"/>
        <a:ea typeface=""/>
        <a:cs typeface="Microsoft YaHei U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versionID="60f5a4f2d2b0abadcf532d48ebf9cb71" contentTypeScope="" contentTypeDescription="Create a new document." _="" contentTypeName="Document" contentTypeID="0x01010079F111ED35F8CC479449609E8A0923A6" contentTypeVersion="28">
  <xsd:schema xmlns:xsd="http://www.w3.org/2001/XMLSchema" xmlns:ma="http://schemas.microsoft.com/office/2006/metadata/properties/metaAttributes" ma:root="true" targetNamespace="http://schemas.microsoft.com/office/2006/metadata/properties" _="" ma:fieldsID="7dd78129e6a1811f84807ad11c651531">
    <xsd:import xmlns:xsd="http://www.w3.org/2001/XMLSchema" namespace="http://schemas.microsoft.com/sharepoint/v3"/>
    <xsd:import xmlns:xsd="http://www.w3.org/2001/XMLSchema" namespace="71af3243-3dd4-4a8d-8c0d-dd76da1f02a5"/>
    <xsd:import xmlns:xsd="http://www.w3.org/2001/XMLSchema" namespace="16c05727-aa75-4e4a-9b5f-8a80a1165891"/>
    <xsd:import xmlns:xsd="http://www.w3.org/2001/XMLSchema" namespace="230e9df3-be65-4c73-a93b-d1236ebd677e"/>
    <xsd:element xmlns:xsd="http://www.w3.org/2001/XMLSchema" name="properties">
      <xsd:complexType xmlns:xsd="http://www.w3.org/2001/XMLSchema">
        <xsd:sequence xmlns:xsd="http://www.w3.org/2001/XMLSchema">
          <xsd:element xmlns:xsd="http://www.w3.org/2001/XMLSchema" name="documentManagement">
            <xsd:complexType xmlns:xsd="http://www.w3.org/2001/XMLSchema">
              <xsd:all xmlns:xsd="http://www.w3.org/2001/XMLSchema">
                <xsd:element xmlns:xsd="http://www.w3.org/2001/XMLSchema" ref="ns2:Status" minOccurs="0"/>
                <xsd:element xmlns:xsd="http://www.w3.org/2001/XMLSchema" ref="ns2:Image" minOccurs="0"/>
                <xsd:element xmlns:xsd="http://www.w3.org/2001/XMLSchema" ref="ns2:MediaServiceMetadata" minOccurs="0"/>
                <xsd:element xmlns:xsd="http://www.w3.org/2001/XMLSchema" ref="ns2:MediaServiceFastMetadata" minOccurs="0"/>
                <xsd:element xmlns:xsd="http://www.w3.org/2001/XMLSchema" ref="ns2:MediaServiceOCR" minOccurs="0"/>
                <xsd:element xmlns:xsd="http://www.w3.org/2001/XMLSchema" ref="ns2:MediaServiceAutoTags" minOccurs="0"/>
                <xsd:element xmlns:xsd="http://www.w3.org/2001/XMLSchema" ref="ns2:MediaServiceEventHashCode" minOccurs="0"/>
                <xsd:element xmlns:xsd="http://www.w3.org/2001/XMLSchema" ref="ns2:MediaServiceGenerationTime" minOccurs="0"/>
                <xsd:element xmlns:xsd="http://www.w3.org/2001/XMLSchema" ref="ns3:SharedWithUsers" minOccurs="0"/>
                <xsd:element xmlns:xsd="http://www.w3.org/2001/XMLSchema" ref="ns3:SharedWithDetails" minOccurs="0"/>
                <xsd:element xmlns:xsd="http://www.w3.org/2001/XMLSchema" ref="ns2:MediaServiceAutoKeyPoints" minOccurs="0"/>
                <xsd:element xmlns:xsd="http://www.w3.org/2001/XMLSchema" ref="ns2:MediaServiceKeyPoints" minOccurs="0"/>
                <xsd:element xmlns:xsd="http://www.w3.org/2001/XMLSchema" ref="ns2:MediaServiceDateTaken" minOccurs="0"/>
                <xsd:element xmlns:xsd="http://www.w3.org/2001/XMLSchema" ref="ns1:_ip_UnifiedCompliancePolicyProperties" minOccurs="0"/>
                <xsd:element xmlns:xsd="http://www.w3.org/2001/XMLSchema" ref="ns1:_ip_UnifiedCompliancePolicyUIAction" minOccurs="0"/>
                <xsd:element xmlns:xsd="http://www.w3.org/2001/XMLSchema" ref="ns4:TaxCatchAll" minOccurs="0"/>
                <xsd:element xmlns:xsd="http://www.w3.org/2001/XMLSchema" ref="ns2:ImageTagsTaxHTField" minOccurs="0"/>
                <xsd:element xmlns:xsd="http://www.w3.org/2001/XMLSchema" ref="ns2:MediaServiceLocation" minOccurs="0"/>
                <xsd:element xmlns:xsd="http://www.w3.org/2001/XMLSchema" ref="ns2:MediaLengthInSeconds" minOccurs="0"/>
                <xsd:element xmlns:xsd="http://www.w3.org/2001/XMLSchema" ref="ns2:Background" minOccurs="0"/>
                <xsd:element xmlns:xsd="http://www.w3.org/2001/XMLSchema" ref="ns2:MediaServiceSearchProperties" minOccurs="0"/>
                <xsd:element xmlns:xsd="http://www.w3.org/2001/XMLSchema" ref="ns2:MediaServiceDocTags" minOccurs="0"/>
                <xsd:element xmlns:xsd="http://www.w3.org/2001/XMLSchema" ref="ns2:MediaServiceObjectDetectorVersions" minOccurs="0"/>
                <xsd:element xmlns:xsd="http://www.w3.org/2001/XMLSchema" ref="ns2:MediaServiceSystemTags" minOccurs="0"/>
              </xsd:all>
            </xsd:complexType>
          </xsd:element>
        </xsd:sequence>
      </xsd:complexType>
    </xsd:element>
  </xsd:schema>
  <xsd:schema xmlns:xsd="http://www.w3.org/2001/XMLSchema" targetNamespace="http://schemas.microsoft.com/sharepoint/v3" elementFormDefault="qualified">
    <xsd:import xmlns:xsd="http://www.w3.org/2001/XMLSchema" namespace="http://schemas.microsoft.com/office/2006/documentManagement/types"/>
    <xsd:import xmlns:xsd="http://www.w3.org/2001/XMLSchema" namespace="http://schemas.microsoft.com/office/infopath/2007/PartnerControls"/>
    <xsd:element xmlns:xsd="http://www.w3.org/2001/XMLSchema" xmlns:ma="http://schemas.microsoft.com/office/2006/metadata/properties/metaAttributes" nillable="true" ma:index="20" ma:internalName="_ip_UnifiedCompliancePolicyProperties" ma:hidden="true" name="_ip_UnifiedCompliancePolicyProperties" ma:readOnly="false" ma:displayName="Unified Compliance Policy Properties">
      <xsd:simpleType xmlns:xsd="http://www.w3.org/2001/XMLSchema">
        <xsd:restriction xmlns:xsd="http://www.w3.org/2001/XMLSchema" base="dms:Note"/>
      </xsd:simpleType>
    </xsd:element>
    <xsd:element xmlns:xsd="http://www.w3.org/2001/XMLSchema" xmlns:ma="http://schemas.microsoft.com/office/2006/metadata/properties/metaAttributes" nillable="true" ma:index="21" ma:internalName="_ip_UnifiedCompliancePolicyUIAction" ma:hidden="true" name="_ip_UnifiedCompliancePolicyUIAction" ma:readOnly="false" ma:displayName="Unified Compliance Policy UI Action">
      <xsd:simpleType xmlns:xsd="http://www.w3.org/2001/XMLSchema">
        <xsd:restriction xmlns:xsd="http://www.w3.org/2001/XMLSchema" base="dms:Text"/>
      </xsd:simpleType>
    </xsd:element>
  </xsd:schema>
  <xsd:schema xmlns:xsd="http://www.w3.org/2001/XMLSchema" targetNamespace="71af3243-3dd4-4a8d-8c0d-dd76da1f02a5" elementFormDefault="qualified">
    <xsd:import xmlns:xsd="http://www.w3.org/2001/XMLSchema" namespace="http://schemas.microsoft.com/office/2006/documentManagement/types"/>
    <xsd:import xmlns:xsd="http://www.w3.org/2001/XMLSchema" namespace="http://schemas.microsoft.com/office/infopath/2007/PartnerControls"/>
    <xsd:element xmlns:xsd="http://www.w3.org/2001/XMLSchema" xmlns:ma="http://schemas.microsoft.com/office/2006/metadata/properties/metaAttributes" nillable="true" ma:index="2" ma:format="Dropdown" ma:internalName="Status" ma:default="Not started" name="Status" ma:readOnly="false" ma:displayName="Status">
      <xsd:simpleType xmlns:xsd="http://www.w3.org/2001/XMLSchema">
        <xsd:restriction xmlns:xsd="http://www.w3.org/2001/XMLSchema" base="dms:Choice">
          <xsd:enumeration xmlns:xsd="http://www.w3.org/2001/XMLSchema" value="Not started"/>
          <xsd:enumeration xmlns:xsd="http://www.w3.org/2001/XMLSchema" value="In Progress"/>
          <xsd:enumeration xmlns:xsd="http://www.w3.org/2001/XMLSchema" value="Completed"/>
        </xsd:restriction>
      </xsd:simpleType>
    </xsd:element>
    <xsd:element xmlns:xsd="http://www.w3.org/2001/XMLSchema" xmlns:ma="http://schemas.microsoft.com/office/2006/metadata/properties/metaAttributes" nillable="true" ma:index="3" ma:format="Image" ma:internalName="Image" name="Image" ma:readOnly="false" ma:displayName="Image">
      <xsd:complexType xmlns:xsd="http://www.w3.org/2001/XMLSchema">
        <xsd:complexContent xmlns:xsd="http://www.w3.org/2001/XMLSchema">
          <xsd:extension xmlns:xsd="http://www.w3.org/2001/XMLSchema" base="dms:URL">
            <xsd:sequence xmlns:xsd="http://www.w3.org/2001/XMLSchema">
              <xsd:element xmlns:xsd="http://www.w3.org/2001/XMLSchema" nillable="true" type="dms:ValidUrl" minOccurs="0" name="Url"/>
              <xsd:element xmlns:xsd="http://www.w3.org/2001/XMLSchema" nillable="true" type="xsd:string" name="Description"/>
            </xsd:sequence>
          </xsd:extension>
        </xsd:complexContent>
      </xsd:complexType>
    </xsd:element>
    <xsd:element xmlns:xsd="http://www.w3.org/2001/XMLSchema" xmlns:ma="http://schemas.microsoft.com/office/2006/metadata/properties/metaAttributes" nillable="true" ma:index="8" ma:internalName="MediaServiceMetadata" ma:hidden="true" name="MediaServiceMetadata" ma:readOnly="true" ma:displayName="MediaServiceMetadata">
      <xsd:simpleType xmlns:xsd="http://www.w3.org/2001/XMLSchema">
        <xsd:restriction xmlns:xsd="http://www.w3.org/2001/XMLSchema" base="dms:Note"/>
      </xsd:simpleType>
    </xsd:element>
    <xsd:element xmlns:xsd="http://www.w3.org/2001/XMLSchema" xmlns:ma="http://schemas.microsoft.com/office/2006/metadata/properties/metaAttributes" nillable="true" ma:index="9" ma:internalName="MediaServiceFastMetadata" ma:hidden="true" name="MediaServiceFastMetadata" ma:readOnly="true" ma:displayName="MediaServiceFastMetadata">
      <xsd:simpleType xmlns:xsd="http://www.w3.org/2001/XMLSchema">
        <xsd:restriction xmlns:xsd="http://www.w3.org/2001/XMLSchema" base="dms:Note"/>
      </xsd:simpleType>
    </xsd:element>
    <xsd:element xmlns:xsd="http://www.w3.org/2001/XMLSchema" xmlns:ma="http://schemas.microsoft.com/office/2006/metadata/properties/metaAttributes" nillable="true" ma:index="10" ma:internalName="MediaServiceOCR" ma:hidden="true" name="MediaServiceOCR" ma:readOnly="true" ma:displayName="MediaServiceOCR">
      <xsd:simpleType xmlns:xsd="http://www.w3.org/2001/XMLSchema">
        <xsd:restriction xmlns:xsd="http://www.w3.org/2001/XMLSchema" base="dms:Note"/>
      </xsd:simpleType>
    </xsd:element>
    <xsd:element xmlns:xsd="http://www.w3.org/2001/XMLSchema" xmlns:ma="http://schemas.microsoft.com/office/2006/metadata/properties/metaAttributes" nillable="true" ma:index="11" ma:internalName="MediaServiceAutoTags" ma:hidden="true" name="MediaServiceAutoTags" ma:readOnly="true" ma:displayName="MediaServiceAutoTags">
      <xsd:simpleType xmlns:xsd="http://www.w3.org/2001/XMLSchema">
        <xsd:restriction xmlns:xsd="http://www.w3.org/2001/XMLSchema" base="dms:Text"/>
      </xsd:simpleType>
    </xsd:element>
    <xsd:element xmlns:xsd="http://www.w3.org/2001/XMLSchema" xmlns:ma="http://schemas.microsoft.com/office/2006/metadata/properties/metaAttributes" nillable="true" ma:index="12" ma:internalName="MediaServiceEventHashCode" ma:hidden="true" name="MediaServiceEventHashCode" ma:readOnly="true" ma:displayName="MediaServiceEventHashCode">
      <xsd:simpleType xmlns:xsd="http://www.w3.org/2001/XMLSchema">
        <xsd:restriction xmlns:xsd="http://www.w3.org/2001/XMLSchema" base="dms:Text"/>
      </xsd:simpleType>
    </xsd:element>
    <xsd:element xmlns:xsd="http://www.w3.org/2001/XMLSchema" xmlns:ma="http://schemas.microsoft.com/office/2006/metadata/properties/metaAttributes" nillable="true" ma:index="13" ma:internalName="MediaServiceGenerationTime" ma:hidden="true" name="MediaServiceGenerationTime" ma:readOnly="true" ma:displayName="MediaServiceGenerationTime">
      <xsd:simpleType xmlns:xsd="http://www.w3.org/2001/XMLSchema">
        <xsd:restriction xmlns:xsd="http://www.w3.org/2001/XMLSchema" base="dms:Text"/>
      </xsd:simpleType>
    </xsd:element>
    <xsd:element xmlns:xsd="http://www.w3.org/2001/XMLSchema" xmlns:ma="http://schemas.microsoft.com/office/2006/metadata/properties/metaAttributes" nillable="true" ma:index="16" ma:internalName="MediaServiceAutoKeyPoints" ma:hidden="true" name="MediaServiceAutoKeyPoints" ma:readOnly="true" ma:displayName="MediaServiceAutoKeyPoints">
      <xsd:simpleType xmlns:xsd="http://www.w3.org/2001/XMLSchema">
        <xsd:restriction xmlns:xsd="http://www.w3.org/2001/XMLSchema" base="dms:Note"/>
      </xsd:simpleType>
    </xsd:element>
    <xsd:element xmlns:xsd="http://www.w3.org/2001/XMLSchema" xmlns:ma="http://schemas.microsoft.com/office/2006/metadata/properties/metaAttributes" nillable="true" ma:index="17" ma:internalName="MediaServiceKeyPoints" ma:hidden="true" name="MediaServiceKeyPoints" ma:readOnly="false" ma:displayName="KeyPoints">
      <xsd:simpleType xmlns:xsd="http://www.w3.org/2001/XMLSchema">
        <xsd:restriction xmlns:xsd="http://www.w3.org/2001/XMLSchema" base="dms:Note"/>
      </xsd:simpleType>
    </xsd:element>
    <xsd:element xmlns:xsd="http://www.w3.org/2001/XMLSchema" xmlns:ma="http://schemas.microsoft.com/office/2006/metadata/properties/metaAttributes" nillable="true" ma:index="18" ma:internalName="MediaServiceDateTaken" ma:hidden="true" name="MediaServiceDateTaken" ma:readOnly="true" ma:displayName="MediaServiceDateTaken">
      <xsd:simpleType xmlns:xsd="http://www.w3.org/2001/XMLSchema">
        <xsd:restriction xmlns:xsd="http://www.w3.org/2001/XMLSchema" base="dms:Text"/>
      </xsd:simpleType>
    </xsd:element>
    <xsd:element xmlns:xsd="http://www.w3.org/2001/XMLSchema" xmlns:ma="http://schemas.microsoft.com/office/2006/metadata/properties/metaAttributes" nillable="true" ma:fieldId="{5cf76f15-5ced-4ddc-b409-7134ff3c332f}" ma:index="25" ma:internalName="ImageTagsTaxHTField" ma:isKeyword="false" ma:termSetId="09814cd3-568e-fe90-9814-8d621ff8fb84" name="ImageTagsTaxHTField" ma:anchorId="fba54fb3-c3e1-fe81-a776-ca4b69148c4d" ma:readOnly="false" ma:taxonomyFieldName="MediaServiceImageTags" ma:displayName="Image Tags" ma:taxonomyMulti="true" ma:taxonomy="true" ma:sspId="e385fb40-52d4-4fae-9c5b-3e8ff8a5878e" ma:open="true">
      <xsd:complexType xmlns:xsd="http://www.w3.org/2001/XMLSchema">
        <xsd:sequence xmlns:xsd="http://www.w3.org/2001/XMLSchema">
          <xsd:element xmlns:xsd="http://www.w3.org/2001/XMLSchema" ref="pc:Terms" maxOccurs="1" minOccurs="0"/>
        </xsd:sequence>
      </xsd:complexType>
    </xsd:element>
    <xsd:element xmlns:xsd="http://www.w3.org/2001/XMLSchema" xmlns:ma="http://schemas.microsoft.com/office/2006/metadata/properties/metaAttributes" nillable="true" ma:index="26" ma:internalName="MediaServiceLocation" ma:hidden="true" name="MediaServiceLocation" ma:readOnly="true" ma:displayName="Location">
      <xsd:simpleType xmlns:xsd="http://www.w3.org/2001/XMLSchema">
        <xsd:restriction xmlns:xsd="http://www.w3.org/2001/XMLSchema" base="dms:Text"/>
      </xsd:simpleType>
    </xsd:element>
    <xsd:element xmlns:xsd="http://www.w3.org/2001/XMLSchema" xmlns:ma="http://schemas.microsoft.com/office/2006/metadata/properties/metaAttributes" nillable="true" ma:index="27" ma:internalName="MediaLengthInSeconds" ma:hidden="true" name="MediaLengthInSeconds" ma:readOnly="true" ma:displayName="MediaLengthInSeconds">
      <xsd:simpleType xmlns:xsd="http://www.w3.org/2001/XMLSchema">
        <xsd:restriction xmlns:xsd="http://www.w3.org/2001/XMLSchema" base="dms:Unknown"/>
      </xsd:simpleType>
    </xsd:element>
    <xsd:element xmlns:xsd="http://www.w3.org/2001/XMLSchema" xmlns:ma="http://schemas.microsoft.com/office/2006/metadata/properties/metaAttributes" nillable="true" ma:index="28" ma:format="Dropdown" ma:internalName="Background" ma:default="0" name="Background" ma:displayName="Background">
      <xsd:simpleType xmlns:xsd="http://www.w3.org/2001/XMLSchema">
        <xsd:restriction xmlns:xsd="http://www.w3.org/2001/XMLSchema" base="dms:Boolean"/>
      </xsd:simpleType>
    </xsd:element>
    <xsd:element xmlns:xsd="http://www.w3.org/2001/XMLSchema" xmlns:ma="http://schemas.microsoft.com/office/2006/metadata/properties/metaAttributes" nillable="true" ma:index="29" ma:internalName="MediaServiceSearchProperties" ma:hidden="true" name="MediaServiceSearchProperties" ma:readOnly="true" ma:displayName="MediaServiceSearchProperties">
      <xsd:simpleType xmlns:xsd="http://www.w3.org/2001/XMLSchema">
        <xsd:restriction xmlns:xsd="http://www.w3.org/2001/XMLSchema" base="dms:Note"/>
      </xsd:simpleType>
    </xsd:element>
    <xsd:element xmlns:xsd="http://www.w3.org/2001/XMLSchema" xmlns:ma="http://schemas.microsoft.com/office/2006/metadata/properties/metaAttributes" nillable="true" ma:index="30" ma:internalName="MediaServiceDocTags" ma:hidden="true" name="MediaServiceDocTags" ma:readOnly="true" ma:displayName="MediaServiceDocTags">
      <xsd:simpleType xmlns:xsd="http://www.w3.org/2001/XMLSchema">
        <xsd:restriction xmlns:xsd="http://www.w3.org/2001/XMLSchema" base="dms:Note"/>
      </xsd:simpleType>
    </xsd:element>
    <xsd:element xmlns:xsd="http://www.w3.org/2001/XMLSchema" xmlns:ma="http://schemas.microsoft.com/office/2006/metadata/properties/metaAttributes" nillable="true" ma:index="31" ma:indexed="true" ma:internalName="MediaServiceObjectDetectorVersions" ma:hidden="true" name="MediaServiceObjectDetectorVersions" ma:readOnly="true" ma:displayName="MediaServiceObjectDetectorVersions" ma:description="">
      <xsd:simpleType xmlns:xsd="http://www.w3.org/2001/XMLSchema">
        <xsd:restriction xmlns:xsd="http://www.w3.org/2001/XMLSchema" base="dms:Text"/>
      </xsd:simpleType>
    </xsd:element>
    <xsd:element xmlns:xsd="http://www.w3.org/2001/XMLSchema" xmlns:ma="http://schemas.microsoft.com/office/2006/metadata/properties/metaAttributes" nillable="true" ma:index="32" ma:internalName="MediaServiceSystemTags" ma:hidden="true" name="MediaServiceSystemTags" ma:readOnly="true" ma:displayName="MediaServiceSystemTags">
      <xsd:simpleType xmlns:xsd="http://www.w3.org/2001/XMLSchema">
        <xsd:restriction xmlns:xsd="http://www.w3.org/2001/XMLSchema" base="dms:Note"/>
      </xsd:simpleType>
    </xsd:element>
  </xsd:schema>
  <xsd:schema xmlns:xsd="http://www.w3.org/2001/XMLSchema" targetNamespace="16c05727-aa75-4e4a-9b5f-8a80a1165891" elementFormDefault="qualified">
    <xsd:import xmlns:xsd="http://www.w3.org/2001/XMLSchema" namespace="http://schemas.microsoft.com/office/2006/documentManagement/types"/>
    <xsd:import xmlns:xsd="http://www.w3.org/2001/XMLSchema" namespace="http://schemas.microsoft.com/office/infopath/2007/PartnerControls"/>
    <xsd:element xmlns:xsd="http://www.w3.org/2001/XMLSchema" xmlns:ma="http://schemas.microsoft.com/office/2006/metadata/properties/metaAttributes" nillable="true" ma:index="14" ma:internalName="SharedWithUsers" ma:hidden="true" name="SharedWithUsers" ma:readOnly="true" ma:displayName="Shared With">
      <xsd:complexType xmlns:xsd="http://www.w3.org/2001/XMLSchema">
        <xsd:complexContent xmlns:xsd="http://www.w3.org/2001/XMLSchema">
          <xsd:extension xmlns:xsd="http://www.w3.org/2001/XMLSchema" base="dms:UserMulti">
            <xsd:sequence xmlns:xsd="http://www.w3.org/2001/XMLSchema">
              <xsd:element xmlns:xsd="http://www.w3.org/2001/XMLSchema" maxOccurs="unbounded" minOccurs="0" name="UserInfo">
                <xsd:complexType xmlns:xsd="http://www.w3.org/2001/XMLSchema">
                  <xsd:sequence xmlns:xsd="http://www.w3.org/2001/XMLSchema">
                    <xsd:element xmlns:xsd="http://www.w3.org/2001/XMLSchema" type="xsd:string" minOccurs="0" name="DisplayName"/>
                    <xsd:element xmlns:xsd="http://www.w3.org/2001/XMLSchema" nillable="true" type="dms:UserId" minOccurs="0" name="AccountId"/>
                    <xsd:element xmlns:xsd="http://www.w3.org/2001/XMLSchema" type="xsd:string" minOccurs="0" name="AccountType"/>
                  </xsd:sequence>
                </xsd:complexType>
              </xsd:element>
            </xsd:sequence>
          </xsd:extension>
        </xsd:complexContent>
      </xsd:complexType>
    </xsd:element>
    <xsd:element xmlns:xsd="http://www.w3.org/2001/XMLSchema" xmlns:ma="http://schemas.microsoft.com/office/2006/metadata/properties/metaAttributes" nillable="true" ma:index="15" ma:internalName="SharedWithDetails" ma:hidden="true" name="SharedWithDetails" ma:readOnly="true" ma:displayName="Shared With Details">
      <xsd:simpleType xmlns:xsd="http://www.w3.org/2001/XMLSchema">
        <xsd:restriction xmlns:xsd="http://www.w3.org/2001/XMLSchema" base="dms:Note"/>
      </xsd:simpleType>
    </xsd:element>
  </xsd:schema>
  <xsd:schema xmlns:xsd="http://www.w3.org/2001/XMLSchema" targetNamespace="230e9df3-be65-4c73-a93b-d1236ebd677e" elementFormDefault="qualified">
    <xsd:import xmlns:xsd="http://www.w3.org/2001/XMLSchema" namespace="http://schemas.microsoft.com/office/2006/documentManagement/types"/>
    <xsd:import xmlns:xsd="http://www.w3.org/2001/XMLSchema" namespace="http://schemas.microsoft.com/office/infopath/2007/PartnerControls"/>
    <xsd:element xmlns:xsd="http://www.w3.org/2001/XMLSchema" xmlns:ma="http://schemas.microsoft.com/office/2006/metadata/properties/metaAttributes" nillable="true" ma:index="23" ma:showField="CatchAllData" ma:internalName="TaxCatchAll" ma:hidden="true" name="TaxCatchAll" ma:readOnly="false" ma:displayName="Taxonomy Catch All Column" ma:web="16c05727-aa75-4e4a-9b5f-8a80a1165891" ma:list="{3f6bfcbc-3db3-4ae6-bd76-326f0798ad28}">
      <xsd:complexType xmlns:xsd="http://www.w3.org/2001/XMLSchema">
        <xsd:complexContent xmlns:xsd="http://www.w3.org/2001/XMLSchema">
          <xsd:extension xmlns:xsd="http://www.w3.org/2001/XMLSchema" base="dms:MultiChoiceLookup">
            <xsd:sequence xmlns:xsd="http://www.w3.org/2001/XMLSchema">
              <xsd:element xmlns:xsd="http://www.w3.org/2001/XMLSchema" nillable="true" type="dms:Lookup" maxOccurs="unbounded" minOccurs="0" name="Value"/>
            </xsd:sequence>
          </xsd:extension>
        </xsd:complexContent>
      </xsd:complexType>
    </xsd:element>
  </xsd:schema>
  <xsd:schema xmlns:xsd="http://www.w3.org/2001/XMLSchema" blockDefault="#all" targetNamespace="http://schemas.openxmlformats.org/package/2006/metadata/core-properties" elementFormDefault="qualified" attributeFormDefault="unqualified">
    <xsd:import xmlns:xsd="http://www.w3.org/2001/XMLSchema" namespace="http://purl.org/dc/elements/1.1/" schemaLocation="http://dublincore.org/schemas/xmls/qdc/2003/04/02/dc.xsd"/>
    <xsd:import xmlns:xsd="http://www.w3.org/2001/XMLSchema" namespace="http://purl.org/dc/terms/" schemaLocation="http://dublincore.org/schemas/xmls/qdc/2003/04/02/dcterms.xsd"/>
    <xsd:element xmlns:xsd="http://www.w3.org/2001/XMLSchema" type="CT_coreProperties" name="coreProperties"/>
    <xsd:complexType xmlns:xsd="http://www.w3.org/2001/XMLSchema" name="CT_coreProperties">
      <xsd:all xmlns:xsd="http://www.w3.org/2001/XMLSchema">
        <xsd:element xmlns:xsd="http://www.w3.org/2001/XMLSchema" ref="dc:creator" maxOccurs="1" minOccurs="0"/>
        <xsd:element xmlns:xsd="http://www.w3.org/2001/XMLSchema" ref="dcterms:created" maxOccurs="1" minOccurs="0"/>
        <xsd:element xmlns:xsd="http://www.w3.org/2001/XMLSchema" ref="dc:identifier" maxOccurs="1" minOccurs="0"/>
        <xsd:element xmlns:xsd="http://www.w3.org/2001/XMLSchema" xmlns:ma="http://schemas.microsoft.com/office/2006/metadata/properties/metaAttributes" type="xsd:string" maxOccurs="1" minOccurs="0" name="contentType" ma:displayName="Content Type"/>
        <xsd:element xmlns:xsd="http://www.w3.org/2001/XMLSchema" xmlns:ma="http://schemas.microsoft.com/office/2006/metadata/properties/metaAttributes" ma:index="1" ref="dc:title" maxOccurs="1" minOccurs="0" ma:displayName="Title"/>
        <xsd:element xmlns:xsd="http://www.w3.org/2001/XMLSchema" ref="dc:subject" maxOccurs="1" minOccurs="0"/>
        <xsd:element xmlns:xsd="http://www.w3.org/2001/XMLSchema" ref="dc:description" maxOccurs="1" minOccurs="0"/>
        <xsd:element xmlns:xsd="http://www.w3.org/2001/XMLSchema" type="xsd:string" maxOccurs="1" minOccurs="0" name="keywords"/>
        <xsd:element xmlns:xsd="http://www.w3.org/2001/XMLSchema" ref="dc:language" maxOccurs="1" minOccurs="0"/>
        <xsd:element xmlns:xsd="http://www.w3.org/2001/XMLSchema" type="xsd:string" maxOccurs="1" minOccurs="0" name="category"/>
        <xsd:element xmlns:xsd="http://www.w3.org/2001/XMLSchema" type="xsd:string" maxOccurs="1" minOccurs="0" name="version"/>
        <xsd:element xmlns:xsd="http://www.w3.org/2001/XMLSchema" type="xsd:string" maxOccurs="1" minOccurs="0" name="revision">
          <xsd:annotation xmlns:xsd="http://www.w3.org/2001/XMLSchema">
            <xsd:documentation xmlns:xsd="http://www.w3.org/2001/XMLSchema">
                        This value indicates the number of saves or revisions. The application is responsible for updating this value after each revision.
                    </xsd:documentation>
          </xsd:annotation>
        </xsd:element>
        <xsd:element xmlns:xsd="http://www.w3.org/2001/XMLSchema" type="xsd:string" maxOccurs="1" minOccurs="0" name="lastModifiedBy"/>
        <xsd:element xmlns:xsd="http://www.w3.org/2001/XMLSchema" ref="dcterms:modified" maxOccurs="1" minOccurs="0"/>
        <xsd:element xmlns:xsd="http://www.w3.org/2001/XMLSchema" type="xsd:string" maxOccurs="1" minOccurs="0" name="contentStatus"/>
      </xsd:all>
    </xsd:complexType>
  </xsd:schema>
  <xs:schema xmlns:xs="http://www.w3.org/2001/XMLSchema" targetNamespace="http://schemas.microsoft.com/office/infopath/2007/PartnerControls" elementFormDefault="qualified" attributeFormDefault="unqualified">
    <xs:element xmlns:xs="http://www.w3.org/2001/XMLSchema" name="Person">
      <xs:complexType xmlns:xs="http://www.w3.org/2001/XMLSchema">
        <xs:sequence xmlns:xs="http://www.w3.org/2001/XMLSchema">
          <xs:element xmlns:xs="http://www.w3.org/2001/XMLSchema" ref="pc:DisplayName" minOccurs="0"/>
          <xs:element xmlns:xs="http://www.w3.org/2001/XMLSchema" ref="pc:AccountId" minOccurs="0"/>
          <xs:element xmlns:xs="http://www.w3.org/2001/XMLSchema" ref="pc:AccountType" minOccurs="0"/>
        </xs:sequence>
      </xs:complexType>
    </xs:element>
    <xs:element xmlns:xs="http://www.w3.org/2001/XMLSchema" type="xs:string" name="DisplayName"/>
    <xs:element xmlns:xs="http://www.w3.org/2001/XMLSchema" type="xs:string" name="AccountId"/>
    <xs:element xmlns:xs="http://www.w3.org/2001/XMLSchema" type="xs:string" name="AccountType"/>
    <xs:element xmlns:xs="http://www.w3.org/2001/XMLSchema" name="BDCAssociatedEntity">
      <xs:complexType xmlns:xs="http://www.w3.org/2001/XMLSchema">
        <xs:sequence xmlns:xs="http://www.w3.org/2001/XMLSchema">
          <xs:element xmlns:xs="http://www.w3.org/2001/XMLSchema" ref="pc:BDCEntity" maxOccurs="unbounded" minOccurs="0"/>
        </xs:sequence>
        <xs:attribute xmlns:xs="http://www.w3.org/2001/XMLSchema" ref="pc:EntityNamespace"/>
        <xs:attribute xmlns:xs="http://www.w3.org/2001/XMLSchema" ref="pc:EntityName"/>
        <xs:attribute xmlns:xs="http://www.w3.org/2001/XMLSchema" ref="pc:SystemInstanceName"/>
        <xs:attribute xmlns:xs="http://www.w3.org/2001/XMLSchema" ref="pc:AssociationName"/>
      </xs:complexType>
    </xs:element>
    <xs:attribute xmlns:xs="http://www.w3.org/2001/XMLSchema" type="xs:string" name="EntityNamespace"/>
    <xs:attribute xmlns:xs="http://www.w3.org/2001/XMLSchema" type="xs:string" name="EntityName"/>
    <xs:attribute xmlns:xs="http://www.w3.org/2001/XMLSchema" type="xs:string" name="SystemInstanceName"/>
    <xs:attribute xmlns:xs="http://www.w3.org/2001/XMLSchema" type="xs:string" name="AssociationName"/>
    <xs:element xmlns:xs="http://www.w3.org/2001/XMLSchema" name="BDCEntity">
      <xs:complexType xmlns:xs="http://www.w3.org/2001/XMLSchema">
        <xs:sequence xmlns:xs="http://www.w3.org/2001/XMLSchema">
          <xs:element xmlns:xs="http://www.w3.org/2001/XMLSchema" ref="pc:EntityDisplayName" minOccurs="0"/>
          <xs:element xmlns:xs="http://www.w3.org/2001/XMLSchema" ref="pc:EntityInstanceReference" minOccurs="0"/>
          <xs:element xmlns:xs="http://www.w3.org/2001/XMLSchema" ref="pc:EntityId1" minOccurs="0"/>
          <xs:element xmlns:xs="http://www.w3.org/2001/XMLSchema" ref="pc:EntityId2" minOccurs="0"/>
          <xs:element xmlns:xs="http://www.w3.org/2001/XMLSchema" ref="pc:EntityId3" minOccurs="0"/>
          <xs:element xmlns:xs="http://www.w3.org/2001/XMLSchema" ref="pc:EntityId4" minOccurs="0"/>
          <xs:element xmlns:xs="http://www.w3.org/2001/XMLSchema" ref="pc:EntityId5" minOccurs="0"/>
        </xs:sequence>
      </xs:complexType>
    </xs:element>
    <xs:element xmlns:xs="http://www.w3.org/2001/XMLSchema" type="xs:string" name="EntityDisplayName"/>
    <xs:element xmlns:xs="http://www.w3.org/2001/XMLSchema" type="xs:string" name="EntityInstanceReference"/>
    <xs:element xmlns:xs="http://www.w3.org/2001/XMLSchema" type="xs:string" name="EntityId1"/>
    <xs:element xmlns:xs="http://www.w3.org/2001/XMLSchema" type="xs:string" name="EntityId2"/>
    <xs:element xmlns:xs="http://www.w3.org/2001/XMLSchema" type="xs:string" name="EntityId3"/>
    <xs:element xmlns:xs="http://www.w3.org/2001/XMLSchema" type="xs:string" name="EntityId4"/>
    <xs:element xmlns:xs="http://www.w3.org/2001/XMLSchema" type="xs:string" name="EntityId5"/>
    <xs:element xmlns:xs="http://www.w3.org/2001/XMLSchema" name="Terms">
      <xs:complexType xmlns:xs="http://www.w3.org/2001/XMLSchema">
        <xs:sequence xmlns:xs="http://www.w3.org/2001/XMLSchema">
          <xs:element xmlns:xs="http://www.w3.org/2001/XMLSchema" ref="pc:TermInfo" maxOccurs="unbounded" minOccurs="0"/>
        </xs:sequence>
      </xs:complexType>
    </xs:element>
    <xs:element xmlns:xs="http://www.w3.org/2001/XMLSchema" name="TermInfo">
      <xs:complexType xmlns:xs="http://www.w3.org/2001/XMLSchema">
        <xs:sequence xmlns:xs="http://www.w3.org/2001/XMLSchema">
          <xs:element xmlns:xs="http://www.w3.org/2001/XMLSchema" ref="pc:TermName" minOccurs="0"/>
          <xs:element xmlns:xs="http://www.w3.org/2001/XMLSchema" ref="pc:TermId" minOccurs="0"/>
        </xs:sequence>
      </xs:complexType>
    </xs:element>
    <xs:element xmlns:xs="http://www.w3.org/2001/XMLSchema" type="xs:string" name="TermName"/>
    <xs:element xmlns:xs="http://www.w3.org/2001/XMLSchema" type="xs:string" name="TermId"/>
  </xs:schema>
</ct:contentTypeSchema>
</file>

<file path=customXml/item2.xml><?xml version="1.0" encoding="utf-8"?>
<?mso-contentType ?>
<FormTemplates xmlns="http://schemas.microsoft.com/sharepoint/v3/contenttype/forms">
  <Display xmlns="http://schemas.microsoft.com/sharepoint/v3/contenttype/forms">DocumentLibraryForm</Display>
  <Edit xmlns="http://schemas.microsoft.com/sharepoint/v3/contenttype/forms">DocumentLibraryForm</Edit>
  <New xmlns="http://schemas.microsoft.com/sharepoint/v3/contenttype/forms">DocumentLibraryForm</New>
</FormTemplates>
</file>

<file path=customXml/item3.xml><?xml version="1.0" encoding="utf-8"?>
<p:properties xmlns:p="http://schemas.microsoft.com/office/2006/metadata/properties" xmlns:pc="http://schemas.microsoft.com/office/infopath/2007/PartnerControls" xmlns:xsi="http://www.w3.org/2001/XMLSchema-instance">
  <documentManagement>
    <_ip_UnifiedCompliancePolicyUIAction xmlns="http://schemas.microsoft.com/sharepoint/v3" xmlns:xsi="http://www.w3.org/2001/XMLSchema-instance" xsi:nil="true"/>
    <Image xmlns="71af3243-3dd4-4a8d-8c0d-dd76da1f02a5">
      <Url xmlns="71af3243-3dd4-4a8d-8c0d-dd76da1f02a5" xmlns:xsi="http://www.w3.org/2001/XMLSchema-instance" xsi:nil="true"/>
      <Description xmlns="71af3243-3dd4-4a8d-8c0d-dd76da1f02a5" xmlns:xsi="http://www.w3.org/2001/XMLSchema-instance" xsi:nil="true"/>
    </Image>
    <Status xmlns="71af3243-3dd4-4a8d-8c0d-dd76da1f02a5">Not started</Status>
    <Background xmlns="71af3243-3dd4-4a8d-8c0d-dd76da1f02a5">false</Background>
    <_ip_UnifiedCompliancePolicyProperties xmlns="http://schemas.microsoft.com/sharepoint/v3" xmlns:xsi="http://www.w3.org/2001/XMLSchema-instance" xsi:nil="true"/>
    <ImageTagsTaxHTField xmlns="71af3243-3dd4-4a8d-8c0d-dd76da1f02a5">
      <Terms xmlns="http://schemas.microsoft.com/office/infopath/2007/PartnerControls"/>
    </ImageTagsTaxHTField>
    <TaxCatchAll xmlns="230e9df3-be65-4c73-a93b-d1236ebd677e" xmlns:xsi="http://www.w3.org/2001/XMLSchema-instance" xsi:nil="true"/>
    <MediaServiceKeyPoints xmlns="71af3243-3dd4-4a8d-8c0d-dd76da1f02a5" xmlns:xsi="http://www.w3.org/2001/XMLSchema-instance" xsi:nil="true"/>
  </documentManagement>
</p:properties>
</file>

<file path=customXml/itemProps1.xml><?xml version="1.0" encoding="utf-8"?>
<ds:datastoreItem xmlns:ds="http://schemas.openxmlformats.org/officeDocument/2006/customXml" ds:itemID="{A29436BC-77AE-4AEE-A282-4E162A1CAA7D}">
  <ds:schemaRefs/>
</ds:datastoreItem>
</file>

<file path=customXml/itemProps2.xml><?xml version="1.0" encoding="utf-8"?>
<ds:datastoreItem xmlns:ds="http://schemas.openxmlformats.org/officeDocument/2006/customXml" ds:itemID="{5B665E41-66EB-401D-940D-8E7024721BE5}">
  <ds:schemaRefs/>
</ds:datastoreItem>
</file>

<file path=customXml/itemProps3.xml><?xml version="1.0" encoding="utf-8"?>
<ds:datastoreItem xmlns:ds="http://schemas.openxmlformats.org/officeDocument/2006/customXml" ds:itemID="{E3B37DAF-AFAF-4561-A80B-C76198EBD319}">
  <ds:schemaRefs/>
</ds:datastoreItem>
</file>

<file path=docProps/app.xml><?xml version="1.0" encoding="utf-8"?>
<Properties xmlns="http://schemas.openxmlformats.org/officeDocument/2006/extended-properties" xmlns:vt="http://schemas.openxmlformats.org/officeDocument/2006/docPropsVTypes">
  <Template>偏移设计</Template>
  <TotalTime>0</TotalTime>
  <Words>721</Words>
  <Application>WPS 演示</Application>
  <PresentationFormat>宽屏</PresentationFormat>
  <Paragraphs>175</Paragraphs>
  <Slides>10</Slides>
  <Notes>13</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10</vt:i4>
      </vt:variant>
    </vt:vector>
  </HeadingPairs>
  <TitlesOfParts>
    <vt:vector size="26" baseType="lpstr">
      <vt:lpstr>Arial</vt:lpstr>
      <vt:lpstr>宋体</vt:lpstr>
      <vt:lpstr>Wingdings</vt:lpstr>
      <vt:lpstr>Wingdings 2</vt:lpstr>
      <vt:lpstr>FTToken2</vt:lpstr>
      <vt:lpstr>Times New Roman</vt:lpstr>
      <vt:lpstr>Microsoft YaHei UI</vt:lpstr>
      <vt:lpstr>Helvetica Neue Medium</vt:lpstr>
      <vt:lpstr>Microsoft YaHei UI</vt:lpstr>
      <vt:lpstr>Noto Sans CJK JP</vt:lpstr>
      <vt:lpstr>鸿蒙黑体</vt:lpstr>
      <vt:lpstr>微软雅黑</vt:lpstr>
      <vt:lpstr>方正雅意黑 GB18030L2 R</vt:lpstr>
      <vt:lpstr>宋体</vt:lpstr>
      <vt:lpstr>Arial Unicode MS</vt:lpstr>
      <vt:lpstr>OffsetVTI</vt:lpstr>
      <vt:lpstr>基本演示</vt:lpstr>
      <vt:lpstr>议程</vt:lpstr>
      <vt:lpstr>克服紧张</vt:lpstr>
      <vt:lpstr>吸引受众</vt:lpstr>
      <vt:lpstr>有效演讲技巧</vt:lpstr>
      <vt:lpstr>导航问答环节</vt:lpstr>
      <vt:lpstr>活力演讲 </vt:lpstr>
      <vt:lpstr>我们的竞争对手 </vt:lpstr>
      <vt:lpstr>演讲参与度指标</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基本演示</dc:title>
  <dc:creator>Caris Cui</dc:creator>
  <cp:lastModifiedBy>Winnie</cp:lastModifiedBy>
  <cp:revision>2</cp:revision>
  <dcterms:created xsi:type="dcterms:W3CDTF">2026-10-09T01:42:24Z</dcterms:created>
  <dcterms:modified xsi:type="dcterms:W3CDTF">2026-10-09T01:42:24Z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FD1D47964B15FAE97F46C86AC2E9E54B_43</vt:lpwstr>
  </property>
  <property fmtid="{D5CDD505-2E9C-101B-9397-08002B2CF9AE}" pid="4" name="KSOProductBuildVer">
    <vt:lpwstr>2052-12.1.3.24702</vt:lpwstr>
  </property>
</Properties>
</file>