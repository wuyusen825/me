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4"/>
  </p:notesMasterIdLst>
  <p:handoutMasterIdLst>
    <p:handoutMasterId r:id="rId14"/>
  </p:handoutMasterIdLst>
  <p:sldIdLst>
    <p:sldId id="338" r:id="rId6"/>
    <p:sldId id="307" r:id="rId5"/>
    <p:sldId id="317" r:id="rId8"/>
    <p:sldId id="342" r:id="rId22"/>
    <p:sldId id="336" r:id="rId9"/>
    <p:sldId id="312" r:id="rId7"/>
    <p:sldId id="340" r:id="rId10"/>
    <p:sldId id="341" r:id="rId21"/>
  </p:sldIdLst>
  <p:sldSz cx="12192000" cy="6858000"/>
  <p:notesSz cx="6858000" cy="9144000"/>
  <p:defaultTextStyle>
    <a:defPPr rtl="0">
      <a:defRPr lang="zh-CN"/>
    </a:defPPr>
    <a:lvl1pPr marL="0" algn="l" defTabSz="914400" rtl="0" eaLnBrk="1" latinLnBrk="0" hangingPunct="1">
      <a:defRPr lang="zh-CN" sz="1800" kern="1200">
        <a:solidFill>
          <a:schemeClr val="tx1"/>
        </a:solidFill>
        <a:latin typeface="+mn-lt"/>
        <a:ea typeface="+mn-ea"/>
        <a:cs typeface="+mn-cs"/>
      </a:defRPr>
    </a:lvl1pPr>
    <a:lvl2pPr marL="457200" algn="l" defTabSz="914400" rtl="0" eaLnBrk="1" latinLnBrk="0" hangingPunct="1">
      <a:defRPr lang="zh-CN" sz="1800" kern="1200">
        <a:solidFill>
          <a:schemeClr val="tx1"/>
        </a:solidFill>
        <a:latin typeface="+mn-lt"/>
        <a:ea typeface="+mn-ea"/>
        <a:cs typeface="+mn-cs"/>
      </a:defRPr>
    </a:lvl2pPr>
    <a:lvl3pPr marL="914400" algn="l" defTabSz="914400" rtl="0" eaLnBrk="1" latinLnBrk="0" hangingPunct="1">
      <a:defRPr lang="zh-CN" sz="1800" kern="1200">
        <a:solidFill>
          <a:schemeClr val="tx1"/>
        </a:solidFill>
        <a:latin typeface="+mn-lt"/>
        <a:ea typeface="+mn-ea"/>
        <a:cs typeface="+mn-cs"/>
      </a:defRPr>
    </a:lvl3pPr>
    <a:lvl4pPr marL="1371600" algn="l" defTabSz="914400" rtl="0" eaLnBrk="1" latinLnBrk="0" hangingPunct="1">
      <a:defRPr lang="zh-CN" sz="1800" kern="1200">
        <a:solidFill>
          <a:schemeClr val="tx1"/>
        </a:solidFill>
        <a:latin typeface="+mn-lt"/>
        <a:ea typeface="+mn-ea"/>
        <a:cs typeface="+mn-cs"/>
      </a:defRPr>
    </a:lvl4pPr>
    <a:lvl5pPr marL="1828800" algn="l" defTabSz="914400" rtl="0" eaLnBrk="1" latinLnBrk="0" hangingPunct="1">
      <a:defRPr lang="zh-CN" sz="1800" kern="1200">
        <a:solidFill>
          <a:schemeClr val="tx1"/>
        </a:solidFill>
        <a:latin typeface="+mn-lt"/>
        <a:ea typeface="+mn-ea"/>
        <a:cs typeface="+mn-cs"/>
      </a:defRPr>
    </a:lvl5pPr>
    <a:lvl6pPr marL="2286000" algn="l" defTabSz="914400" rtl="0" eaLnBrk="1" latinLnBrk="0" hangingPunct="1">
      <a:defRPr lang="zh-CN" sz="1800" kern="1200">
        <a:solidFill>
          <a:schemeClr val="tx1"/>
        </a:solidFill>
        <a:latin typeface="+mn-lt"/>
        <a:ea typeface="+mn-ea"/>
        <a:cs typeface="+mn-cs"/>
      </a:defRPr>
    </a:lvl6pPr>
    <a:lvl7pPr marL="2743200" algn="l" defTabSz="914400" rtl="0" eaLnBrk="1" latinLnBrk="0" hangingPunct="1">
      <a:defRPr lang="zh-CN" sz="1800" kern="1200">
        <a:solidFill>
          <a:schemeClr val="tx1"/>
        </a:solidFill>
        <a:latin typeface="+mn-lt"/>
        <a:ea typeface="+mn-ea"/>
        <a:cs typeface="+mn-cs"/>
      </a:defRPr>
    </a:lvl7pPr>
    <a:lvl8pPr marL="3200400" algn="l" defTabSz="914400" rtl="0" eaLnBrk="1" latinLnBrk="0" hangingPunct="1">
      <a:defRPr lang="zh-CN" sz="1800" kern="1200">
        <a:solidFill>
          <a:schemeClr val="tx1"/>
        </a:solidFill>
        <a:latin typeface="+mn-lt"/>
        <a:ea typeface="+mn-ea"/>
        <a:cs typeface="+mn-cs"/>
      </a:defRPr>
    </a:lvl8pPr>
    <a:lvl9pPr marL="3657600" algn="l" defTabSz="914400" rtl="0" eaLnBrk="1" latinLnBrk="0" hangingPunct="1">
      <a:defRPr lang="zh-CN"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F5AB1C69-6EDB-4FF4-983F-18BD219EF322}">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21" autoAdjust="0"/>
    <p:restoredTop sz="95394" autoAdjust="0"/>
  </p:normalViewPr>
  <p:slideViewPr>
    <p:cSldViewPr snapToGrid="0">
      <p:cViewPr varScale="1">
        <p:scale>
          <a:sx n="70" d="100"/>
          <a:sy n="70" d="100"/>
        </p:scale>
        <p:origin x="132" y="33"/>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80" d="100"/>
        <a:sy n="80" d="100"/>
      </p:scale>
      <p:origin x="0" y="-2069"/>
    </p:cViewPr>
  </p:sorterViewPr>
  <p:notesViewPr>
    <p:cSldViewPr snapToGrid="0">
      <p:cViewPr varScale="1">
        <p:scale>
          <a:sx n="82" d="100"/>
          <a:sy n="82" d="100"/>
        </p:scale>
        <p:origin x="3942"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slide" Target="slides/slide6.xml"/><Relationship Id="rId8" Type="http://schemas.openxmlformats.org/officeDocument/2006/relationships/slide" Target="slides/slide3.xml"/><Relationship Id="rId9" Type="http://schemas.openxmlformats.org/officeDocument/2006/relationships/slide" Target="slides/slide5.xml"/><Relationship Id="rId10" Type="http://schemas.openxmlformats.org/officeDocument/2006/relationships/slide" Target="slides/slide7.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customXml" Target="../customXml/item1.xml"/><Relationship Id="rId19" Type="http://schemas.openxmlformats.org/officeDocument/2006/relationships/customXml" Target="../customXml/item2.xml"/><Relationship Id="rId20" Type="http://schemas.openxmlformats.org/officeDocument/2006/relationships/customXml" Target="../customXml/item3.xml"/><Relationship Id="rId21" Type="http://schemas.openxmlformats.org/officeDocument/2006/relationships/slide" Target="slides/slide8.xml"/><Relationship Id="rId22"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zh-CN" sz="1200"/>
            </a:lvl1pPr>
          </a:lstStyle>
          <a:p>
            <a:pPr rtl="0"/>
            <a:endParaRPr lang="zh-CN" altLang="en-US" dirty="0">
              <a:latin typeface="Times New Roman" panose="020B0503020204020204" pitchFamily="34" charset="-122"/>
              <a:ea typeface="Times New Roman"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zh-CN" sz="1200"/>
            </a:lvl1pPr>
          </a:lstStyle>
          <a:p>
            <a:pPr rtl="0"/>
            <a:fld id="{F7AE3A0C-90E8-45B9-A944-5081622638CC}" type="datetime1">
              <a:rPr lang="zh-CN" altLang="en-US" smtClean="0">
                <a:latin typeface="Times New Roman" panose="020B0503020204020204" pitchFamily="34" charset="-122"/>
                <a:ea typeface="Times New Roman" panose="020B0503020204020204" pitchFamily="34" charset="-122"/>
              </a:rPr>
            </a:fld>
            <a:endParaRPr lang="zh-CN" altLang="en-US" dirty="0">
              <a:latin typeface="Times New Roman" panose="020B0503020204020204" pitchFamily="34" charset="-122"/>
              <a:ea typeface="Times New Roman"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zh-CN" sz="1200"/>
            </a:lvl1pPr>
          </a:lstStyle>
          <a:p>
            <a:pPr rtl="0"/>
            <a:endParaRPr lang="zh-CN" altLang="en-US" dirty="0">
              <a:latin typeface="Times New Roman" panose="020B0503020204020204" pitchFamily="34" charset="-122"/>
              <a:ea typeface="Times New Roman"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zh-CN" sz="1200"/>
            </a:lvl1pPr>
          </a:lstStyle>
          <a:p>
            <a:pPr rtl="0"/>
            <a:fld id="{4C0A24AC-02A6-46A1-A072-EAC8AC25DCA5}" type="slidenum">
              <a:rPr lang="en-US" altLang="zh-CN" smtClean="0">
                <a:latin typeface="Times New Roman" panose="020B0503020204020204" pitchFamily="34" charset="-122"/>
                <a:ea typeface="Times New Roman" panose="020B0503020204020204" pitchFamily="34" charset="-122"/>
              </a:rPr>
            </a:fld>
            <a:endParaRPr lang="zh-CN" altLang="en-US" dirty="0">
              <a:latin typeface="Times New Roman" panose="020B0503020204020204" pitchFamily="34" charset="-122"/>
              <a:ea typeface="Times New Roman" panose="020B0503020204020204" pitchFamily="34"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zh-CN" sz="1200">
                <a:latin typeface="Times New Roman" panose="020B0503020204020204" pitchFamily="34" charset="-122"/>
                <a:ea typeface="Times New Roman" panose="020B0503020204020204" pitchFamily="34" charset="-122"/>
              </a:defRPr>
            </a:lvl1pPr>
          </a:lstStyle>
          <a:p>
            <a:endParaRPr lang="zh-CN" altLang="en-US" noProof="0" dirty="0">
              <a:latin typeface="Times New Roman" panose="020B0503020204020204" pitchFamily="34" charset="-122"/>
              <a:ea typeface="Times New Roman" panose="020B0503020204020204" pitchFamily="34" charset="-122"/>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zh-CN" sz="1200">
                <a:latin typeface="Times New Roman" panose="020B0503020204020204" pitchFamily="34" charset="-122"/>
                <a:ea typeface="Times New Roman" panose="020B0503020204020204" pitchFamily="34" charset="-122"/>
              </a:defRPr>
            </a:lvl1pPr>
          </a:lstStyle>
          <a:p>
            <a:fld id="{B2273FAD-02EE-488A-9164-5C2A04B35867}" type="datetime1">
              <a:rPr lang="en-US" altLang="zh-CN" smtClean="0"/>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zh-CN"/>
            </a:defPP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zh-CN"/>
            </a:defPPr>
          </a:lstStyle>
          <a:p>
            <a:pPr lvl="0" rtl="0"/>
            <a:r>
              <a:rPr lang="zh-CN" altLang="en-US" noProof="0" dirty="0"/>
              <a:t>单击此处编辑母版文本样式</a:t>
            </a:r>
            <a:endParaRPr lang="zh-CN" altLang="en-US" noProof="0" dirty="0"/>
          </a:p>
          <a:p>
            <a:pPr lvl="1" rtl="0"/>
            <a:r>
              <a:rPr lang="zh-CN" altLang="en-US" noProof="0" dirty="0"/>
              <a:t>第二级</a:t>
            </a:r>
            <a:endParaRPr lang="zh-CN" altLang="en-US" noProof="0" dirty="0"/>
          </a:p>
          <a:p>
            <a:pPr lvl="2" rtl="0"/>
            <a:r>
              <a:rPr lang="zh-CN" altLang="en-US" noProof="0" dirty="0"/>
              <a:t>第三级</a:t>
            </a:r>
            <a:endParaRPr lang="zh-CN" altLang="en-US" noProof="0" dirty="0"/>
          </a:p>
          <a:p>
            <a:pPr lvl="3" rtl="0"/>
            <a:r>
              <a:rPr lang="zh-CN" altLang="en-US" noProof="0" dirty="0"/>
              <a:t>第四级</a:t>
            </a:r>
            <a:endParaRPr lang="zh-CN" altLang="en-US" noProof="0" dirty="0"/>
          </a:p>
          <a:p>
            <a:pPr lvl="4" rtl="0"/>
            <a:r>
              <a:rPr lang="zh-CN" altLang="en-US" noProof="0" dirty="0"/>
              <a:t>第五级</a:t>
            </a:r>
            <a:endParaRPr lang="zh-CN" altLang="en-US" noProof="0" dirty="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zh-CN" sz="1200">
                <a:latin typeface="Times New Roman" panose="020B0503020204020204" pitchFamily="34" charset="-122"/>
                <a:ea typeface="Times New Roman" panose="020B0503020204020204" pitchFamily="34" charset="-122"/>
              </a:defRPr>
            </a:lvl1pPr>
          </a:lstStyle>
          <a:p>
            <a:endParaRPr lang="zh-CN" altLang="en-US" noProof="0" dirty="0">
              <a:latin typeface="Times New Roman" panose="020B0503020204020204" pitchFamily="34" charset="-122"/>
              <a:ea typeface="Times New Roman" panose="020B0503020204020204" pitchFamily="34" charset="-122"/>
            </a:endParaRPr>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zh-CN" sz="1200">
                <a:latin typeface="Times New Roman" panose="020B0503020204020204" pitchFamily="34" charset="-122"/>
                <a:ea typeface="Times New Roman" panose="020B0503020204020204" pitchFamily="34" charset="-122"/>
              </a:defRPr>
            </a:lvl1pPr>
          </a:lstStyle>
          <a:p>
            <a:fld id="{0DC92804-03A6-47F6-A893-4DDB8903A808}" type="slidenum">
              <a:rPr lang="en-US" altLang="zh-CN" noProof="0" smtClean="0"/>
            </a:fld>
            <a:endParaRPr lang="zh-CN" altLang="en-US" noProof="0" dirty="0">
              <a:latin typeface="Times New Roman" panose="020B0503020204020204" pitchFamily="34" charset="-122"/>
              <a:ea typeface="Times New Roman" panose="020B0503020204020204" pitchFamily="34" charset="-122"/>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1pPr>
    <a:lvl2pPr marL="4572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2pPr>
    <a:lvl3pPr marL="9144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3pPr>
    <a:lvl4pPr marL="13716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4pPr>
    <a:lvl5pPr marL="18288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interview comes step three: the record. The Tang Liudian says that maps of the foreign places and pictures of the envoys were drawn. Copies went to the Secretariat, and the originals stayed in the Court. A written report also went to the Bureau.</a:t>
            </a:r>
          </a:p>
          <a:p/>
          <a:p>
            <a:r>
              <a:t>And what did historians do with it? That is step four. We do not know if they copied the reports or changed them. But for a faraway country, the interview could be the only direct source.</a:t>
            </a:r>
          </a:p>
          <a:p/>
          <a:p>
            <a:r>
              <a:t>So the mechanism shows that interpreters' notes could be used. Now let us see whether they really were.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First, I will explain the institutional mechanism. It has four steps. Then I will test it with three cases.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Thank you. My teammate has shown us the setting: a busy Tang capital, a Court with twenty interpreters, and a rule to report to the Bureau of Historiography. But how did this work in real life?</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Was this only a Tang habit? Case two says no. The Suishu mostly describes events, not conversations. Yet it keeps the answer of a Yamato envoy in AD 600. Asked about Japanese customs, he said his ruler saw Heaven as her elder brother and the sun as her younger brother. Lung thinks this answer came through an interpreter and went almost straight into the history. So the practice is older than the Tang.</a:t>
            </a:r>
          </a:p>
          <a:p/>
          <a:p>
            <a:r>
              <a:t>(Picture: the Yamato envoy as painted in the Liang Zhigong Tu, which is older than the Sui account.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Step one is the interview. The Tang Huiyao says that when a mission arrived, the Court had to ask about the country's land and customs, its dress, the tribute it brought, the distance and route, and the names of its leaders.</a:t>
            </a:r>
          </a:p>
          <a:p/>
          <a:p>
            <a:r>
              <a:t>Now, who asked these questions, and in what language? That is step two. Sometimes officials from other offices joined too. But the envoy and the officials did not speak the same language. So everyone in the room heard the envoy through the interpreter.</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Case one comes from the Tang itself: the Kirghiz envoys in AD 843. The Xin Tangshu says the emperor told an interpreter to ask about the Kirghiz land and customs. Then the chief minister, Li Deyu, sent in a report with a painting of the envoys. Here we see the whole mechanism at work: interview, pictures, report. And notice this: the interpreter asks the questions himself. He does more than pass on words.</a:t>
            </a:r>
          </a:p>
          <a:p/>
          <a:p>
            <a:r>
              <a:t>(Picture: a Tang painting of a different envoy, the Tibetan envoy, with an interpreter at far left. The Kirghiz painting is lost.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Case three is the strongest, and older still: the Liang dynasty. The Zhigong Tu, a painting from the sixth century, has short texts about thirteen countries. They follow the same list of questions as the Tang interviews. Lung compared them with the Liangshu, the history of Liang, finished in AD 636. Many texts are almost the same, word for word. About 95 percent of the Hephthalite text matches, and about 90 percent of the Dengzhi text. Lung admits the numbers are rough, but such close wording is no accident.</a:t>
            </a:r>
          </a:p>
          <a:p/>
          <a:p>
            <a:r>
              <a:t>(Pictures: the Langya Xiu and Dengzhi envoys from the Song copy of the Zhigong Tu.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put the cases together. We see a chain: interview, interpreter's report, the Bureau, and then the official history. But there is a weak spot. No interpreter's notes have survived, so the link is a good guess, not proof. How strong is that guess, and what does it mean for us as interpreters? My teammate will take that up next.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标题">
    <p:spTree>
      <p:nvGrpSpPr>
        <p:cNvPr id="1" name=""/>
        <p:cNvGrpSpPr/>
        <p:nvPr/>
      </p:nvGrpSpPr>
      <p:grpSpPr>
        <a:xfrm>
          <a:off x="0" y="0"/>
          <a:ext cx="0" cy="0"/>
          <a:chOff x="0" y="0"/>
          <a:chExt cx="0" cy="0"/>
        </a:xfrm>
      </p:grpSpPr>
      <p:grpSp>
        <p:nvGrpSpPr>
          <p:cNvPr id="3" name="组 2"/>
          <p:cNvGrpSpPr/>
          <p:nvPr userDrawn="1"/>
        </p:nvGrpSpPr>
        <p:grpSpPr>
          <a:xfrm>
            <a:off x="-1524" y="708955"/>
            <a:ext cx="12193526" cy="5463893"/>
            <a:chOff x="-1524" y="708955"/>
            <a:chExt cx="12193526" cy="5463893"/>
          </a:xfrm>
        </p:grpSpPr>
        <p:sp>
          <p:nvSpPr>
            <p:cNvPr id="5" name="长方形 4"/>
            <p:cNvSpPr/>
            <p:nvPr userDrawn="1"/>
          </p:nvSpPr>
          <p:spPr>
            <a:xfrm>
              <a:off x="-1524" y="709613"/>
              <a:ext cx="12192000" cy="5463235"/>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25" name="图形 24"/>
            <p:cNvPicPr>
              <a:picLocks noChangeAspect="1"/>
            </p:cNvPicPr>
            <p:nvPr userDrawn="1"/>
          </p:nvPicPr>
          <p:blipFill rotWithShape="1">
            <a:blip r:embed="rId2">
              <a:extLst>
                <a:ext uri="{96DAC541-7B7A-43D3-8B79-37D633B846F1}">
                  <asvg:svgBlip xmlns:asvg="http://schemas.microsoft.com/office/drawing/2016/SVG/main" r:embed="rId3"/>
                </a:ext>
              </a:extLst>
            </a:blip>
            <a:srcRect l="43670" t="-7182" r="-9886" b="52046"/>
            <a:stretch>
              <a:fillRect/>
            </a:stretch>
          </p:blipFill>
          <p:spPr>
            <a:xfrm>
              <a:off x="-1" y="1162050"/>
              <a:ext cx="5568949" cy="5009032"/>
            </a:xfrm>
            <a:prstGeom prst="rect">
              <a:avLst/>
            </a:prstGeom>
          </p:spPr>
        </p:pic>
        <p:pic>
          <p:nvPicPr>
            <p:cNvPr id="26" name="图形 25"/>
            <p:cNvPicPr>
              <a:picLocks noChangeAspect="1"/>
            </p:cNvPicPr>
            <p:nvPr userDrawn="1"/>
          </p:nvPicPr>
          <p:blipFill rotWithShape="1">
            <a:blip r:embed="rId2">
              <a:extLst>
                <a:ext uri="{96DAC541-7B7A-43D3-8B79-37D633B846F1}">
                  <asvg:svgBlip xmlns:asvg="http://schemas.microsoft.com/office/drawing/2016/SVG/main" r:embed="rId3"/>
                </a:ext>
              </a:extLst>
            </a:blip>
            <a:srcRect l="256" t="-7183" r="44925" b="48899"/>
            <a:stretch>
              <a:fillRect/>
            </a:stretch>
          </p:blipFill>
          <p:spPr>
            <a:xfrm rot="16200000">
              <a:off x="7239292" y="366674"/>
              <a:ext cx="4610430" cy="5294991"/>
            </a:xfrm>
            <a:prstGeom prst="rect">
              <a:avLst/>
            </a:prstGeom>
          </p:spPr>
        </p:pic>
      </p:grpSp>
      <p:cxnSp>
        <p:nvCxnSpPr>
          <p:cNvPr id="15" name="直接连接符​​(S) 14"/>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S) 16"/>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 name="直接连接符​​(S) 1"/>
          <p:cNvCxnSpPr/>
          <p:nvPr userDrawn="1"/>
        </p:nvCxnSpPr>
        <p:spPr>
          <a:xfrm>
            <a:off x="0" y="708956"/>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S) 17"/>
          <p:cNvCxnSpPr/>
          <p:nvPr userDrawn="1"/>
        </p:nvCxnSpPr>
        <p:spPr>
          <a:xfrm flipV="1">
            <a:off x="69482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0" name="直接连接符​​(S) 19"/>
          <p:cNvCxnSpPr/>
          <p:nvPr userDrawn="1"/>
        </p:nvCxnSpPr>
        <p:spPr>
          <a:xfrm>
            <a:off x="0" y="616429"/>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S) 20"/>
          <p:cNvCxnSpPr/>
          <p:nvPr userDrawn="1"/>
        </p:nvCxnSpPr>
        <p:spPr>
          <a:xfrm>
            <a:off x="0" y="627968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S) 22"/>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S) 23"/>
          <p:cNvCxnSpPr/>
          <p:nvPr userDrawn="1"/>
        </p:nvCxnSpPr>
        <p:spPr>
          <a:xfrm flipV="1">
            <a:off x="58695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4" name="标题 3"/>
          <p:cNvSpPr>
            <a:spLocks noGrp="1"/>
          </p:cNvSpPr>
          <p:nvPr>
            <p:ph type="title" hasCustomPrompt="1"/>
          </p:nvPr>
        </p:nvSpPr>
        <p:spPr>
          <a:xfrm>
            <a:off x="1828932" y="1115167"/>
            <a:ext cx="8534136" cy="4655385"/>
          </a:xfrm>
        </p:spPr>
        <p:txBody>
          <a:bodyPr rtlCol="0">
            <a:noAutofit/>
          </a:bodyPr>
          <a:lstStyle>
            <a:lvl1pPr algn="ctr">
              <a:defRPr lang="zh-CN" sz="7200"/>
            </a:lvl1pPr>
          </a:lstStyle>
          <a:p>
            <a:pPr rtl="0"/>
            <a:r>
              <a:rPr lang="zh-CN" dirty="0"/>
              <a:t>单击此处添加标题</a:t>
            </a:r>
            <a:endParaRPr lang="zh-CN"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议程​​">
    <p:spTree>
      <p:nvGrpSpPr>
        <p:cNvPr id="1" name=""/>
        <p:cNvGrpSpPr/>
        <p:nvPr/>
      </p:nvGrpSpPr>
      <p:grpSpPr>
        <a:xfrm>
          <a:off x="0" y="0"/>
          <a:ext cx="0" cy="0"/>
          <a:chOff x="0" y="0"/>
          <a:chExt cx="0" cy="0"/>
        </a:xfrm>
      </p:grpSpPr>
      <p:sp>
        <p:nvSpPr>
          <p:cNvPr id="13" name="长方形 12"/>
          <p:cNvSpPr/>
          <p:nvPr userDrawn="1"/>
        </p:nvSpPr>
        <p:spPr>
          <a:xfrm>
            <a:off x="3048" y="2138289"/>
            <a:ext cx="12188952" cy="4033912"/>
          </a:xfrm>
          <a:prstGeom prst="rect">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21" name="图形 20"/>
          <p:cNvPicPr>
            <a:picLocks noChangeAspect="1"/>
          </p:cNvPicPr>
          <p:nvPr userDrawn="1"/>
        </p:nvPicPr>
        <p:blipFill rotWithShape="1">
          <a:blip r:embed="rId2">
            <a:extLst>
              <a:ext uri="{96DAC541-7B7A-43D3-8B79-37D633B846F1}">
                <asvg:svgBlip xmlns:asvg="http://schemas.microsoft.com/office/drawing/2016/SVG/main" r:embed="rId3"/>
              </a:ext>
            </a:extLst>
          </a:blip>
          <a:srcRect t="27860" r="37853" b="27738"/>
          <a:stretch>
            <a:fillRect/>
          </a:stretch>
        </p:blipFill>
        <p:spPr>
          <a:xfrm>
            <a:off x="6962087" y="2143124"/>
            <a:ext cx="5226865" cy="4033839"/>
          </a:xfrm>
          <a:prstGeom prst="rect">
            <a:avLst/>
          </a:prstGeom>
        </p:spPr>
      </p:pic>
      <p:sp>
        <p:nvSpPr>
          <p:cNvPr id="16" name="标题 1"/>
          <p:cNvSpPr>
            <a:spLocks noGrp="1"/>
          </p:cNvSpPr>
          <p:nvPr>
            <p:ph type="title" hasCustomPrompt="1"/>
          </p:nvPr>
        </p:nvSpPr>
        <p:spPr>
          <a:xfrm>
            <a:off x="422177" y="365125"/>
            <a:ext cx="10778937" cy="1325563"/>
          </a:xfrm>
        </p:spPr>
        <p:txBody>
          <a:bodyPr rtlCol="0">
            <a:normAutofit/>
          </a:bodyPr>
          <a:lstStyle>
            <a:lvl1pPr>
              <a:defRPr lang="zh-CN" sz="4400"/>
            </a:lvl1pPr>
          </a:lstStyle>
          <a:p>
            <a:pPr rtl="0"/>
            <a:r>
              <a:rPr lang="zh-CN" dirty="0"/>
              <a:t>单击此处添加标题</a:t>
            </a:r>
            <a:endParaRPr lang="zh-CN" dirty="0"/>
          </a:p>
        </p:txBody>
      </p:sp>
      <p:sp>
        <p:nvSpPr>
          <p:cNvPr id="12" name="内容占位符 2"/>
          <p:cNvSpPr>
            <a:spLocks noGrp="1"/>
          </p:cNvSpPr>
          <p:nvPr>
            <p:ph idx="1" hasCustomPrompt="1"/>
          </p:nvPr>
        </p:nvSpPr>
        <p:spPr>
          <a:xfrm>
            <a:off x="422899" y="2350108"/>
            <a:ext cx="10778221" cy="3609461"/>
          </a:xfrm>
        </p:spPr>
        <p:txBody>
          <a:bodyPr rtlCol="0" anchor="ctr" anchorCtr="0">
            <a:normAutofit/>
          </a:bodyPr>
          <a:lstStyle>
            <a:lvl1pPr>
              <a:buNone/>
              <a:defRPr lang="zh-CN" sz="2400"/>
            </a:lvl1pPr>
            <a:lvl2pPr>
              <a:defRPr lang="zh-CN" sz="2400"/>
            </a:lvl2pPr>
            <a:lvl3pPr>
              <a:defRPr lang="zh-CN" sz="2400"/>
            </a:lvl3pPr>
            <a:lvl4pPr>
              <a:defRPr lang="zh-CN" sz="2400"/>
            </a:lvl4pPr>
            <a:lvl5pPr>
              <a:defRPr lang="zh-CN" sz="20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sz="1800" dirty="0">
              <a:solidFill>
                <a:schemeClr val="tx1"/>
              </a:solidFill>
            </a:endParaRPr>
          </a:p>
        </p:txBody>
      </p:sp>
      <p:cxnSp>
        <p:nvCxnSpPr>
          <p:cNvPr id="14" name="直接连接符​​(S) 13"/>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2"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cxnSp>
        <p:nvCxnSpPr>
          <p:cNvPr id="3" name="直接连接符​​(S) 2"/>
          <p:cNvCxnSpPr/>
          <p:nvPr userDrawn="1"/>
        </p:nvCxnSpPr>
        <p:spPr>
          <a:xfrm>
            <a:off x="0" y="2138288"/>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4" name="直接连接符​​(S) 3"/>
          <p:cNvCxnSpPr/>
          <p:nvPr userDrawn="1"/>
        </p:nvCxnSpPr>
        <p:spPr>
          <a:xfrm>
            <a:off x="0" y="2045761"/>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8" name="直接连接符​​(S) 7"/>
          <p:cNvCxnSpPr/>
          <p:nvPr userDrawn="1"/>
        </p:nvCxnSpPr>
        <p:spPr>
          <a:xfrm>
            <a:off x="0" y="6264727"/>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9" name="直接连接符​​(S) 8"/>
          <p:cNvCxnSpPr/>
          <p:nvPr userDrawn="1"/>
        </p:nvCxnSpPr>
        <p:spPr>
          <a:xfrm>
            <a:off x="0"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分节符 2">
    <p:spTree>
      <p:nvGrpSpPr>
        <p:cNvPr id="1" name=""/>
        <p:cNvGrpSpPr/>
        <p:nvPr/>
      </p:nvGrpSpPr>
      <p:grpSpPr>
        <a:xfrm>
          <a:off x="0" y="0"/>
          <a:ext cx="0" cy="0"/>
          <a:chOff x="0" y="0"/>
          <a:chExt cx="0" cy="0"/>
        </a:xfrm>
      </p:grpSpPr>
      <p:sp>
        <p:nvSpPr>
          <p:cNvPr id="5" name="标题 1"/>
          <p:cNvSpPr>
            <a:spLocks noGrp="1"/>
          </p:cNvSpPr>
          <p:nvPr>
            <p:ph type="ctrTitle" hasCustomPrompt="1"/>
          </p:nvPr>
        </p:nvSpPr>
        <p:spPr>
          <a:xfrm>
            <a:off x="422897" y="576262"/>
            <a:ext cx="5646541" cy="5295371"/>
          </a:xfrm>
        </p:spPr>
        <p:txBody>
          <a:bodyPr rtlCol="0" anchor="ctr"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2" name="图片占位符 13"/>
          <p:cNvSpPr>
            <a:spLocks noGrp="1"/>
          </p:cNvSpPr>
          <p:nvPr>
            <p:ph type="pic" sz="quarter" idx="13"/>
          </p:nvPr>
        </p:nvSpPr>
        <p:spPr>
          <a:xfrm>
            <a:off x="6483095" y="-1"/>
            <a:ext cx="5013087" cy="6857998"/>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分节符">
    <p:spTree>
      <p:nvGrpSpPr>
        <p:cNvPr id="1" name=""/>
        <p:cNvGrpSpPr/>
        <p:nvPr/>
      </p:nvGrpSpPr>
      <p:grpSpPr>
        <a:xfrm>
          <a:off x="0" y="0"/>
          <a:ext cx="0" cy="0"/>
          <a:chOff x="0" y="0"/>
          <a:chExt cx="0" cy="0"/>
        </a:xfrm>
      </p:grpSpPr>
      <p:sp>
        <p:nvSpPr>
          <p:cNvPr id="5" name="标题 1"/>
          <p:cNvSpPr>
            <a:spLocks noGrp="1"/>
          </p:cNvSpPr>
          <p:nvPr>
            <p:ph type="ctrTitle" hasCustomPrompt="1"/>
          </p:nvPr>
        </p:nvSpPr>
        <p:spPr>
          <a:xfrm>
            <a:off x="422897" y="576263"/>
            <a:ext cx="5646541" cy="3304494"/>
          </a:xfrm>
        </p:spPr>
        <p:txBody>
          <a:bodyPr rtlCol="0" anchor="b"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4" name="长方形 3"/>
          <p:cNvSpPr/>
          <p:nvPr userDrawn="1"/>
        </p:nvSpPr>
        <p:spPr>
          <a:xfrm>
            <a:off x="6483096" y="1"/>
            <a:ext cx="5013088"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8" name="直接连接符​​(S) 7"/>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9" name="直接连接符​​(S) 8"/>
          <p:cNvCxnSpPr/>
          <p:nvPr userDrawn="1"/>
        </p:nvCxnSpPr>
        <p:spPr>
          <a:xfrm flipV="1">
            <a:off x="6483096"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1" name="直接连接符​​(S) 10"/>
          <p:cNvCxnSpPr/>
          <p:nvPr userDrawn="1"/>
        </p:nvCxnSpPr>
        <p:spPr>
          <a:xfrm flipV="1">
            <a:off x="6363569"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15" name="文本占位符 14"/>
          <p:cNvSpPr>
            <a:spLocks noGrp="1"/>
          </p:cNvSpPr>
          <p:nvPr>
            <p:ph type="body" sz="quarter" idx="10" hasCustomPrompt="1"/>
          </p:nvPr>
        </p:nvSpPr>
        <p:spPr>
          <a:xfrm>
            <a:off x="422275" y="4148138"/>
            <a:ext cx="5673726" cy="1528762"/>
          </a:xfrm>
        </p:spPr>
        <p:txBody>
          <a:bodyPr rtlCol="0"/>
          <a:lstStyle>
            <a:lvl1pPr marL="0" indent="0">
              <a:buNone/>
              <a:defRPr lang="zh-CN"/>
            </a:lvl1pPr>
          </a:lstStyle>
          <a:p>
            <a:pPr lvl="0" rtl="0"/>
            <a:r>
              <a:rPr lang="zh-CN" dirty="0"/>
              <a:t>单击此处添加副标题</a:t>
            </a:r>
            <a:endParaRPr lang="zh-CN" dirty="0"/>
          </a:p>
        </p:txBody>
      </p:sp>
      <p:pic>
        <p:nvPicPr>
          <p:cNvPr id="16" name="图形 15"/>
          <p:cNvPicPr>
            <a:picLocks noChangeAspect="1"/>
          </p:cNvPicPr>
          <p:nvPr userDrawn="1"/>
        </p:nvPicPr>
        <p:blipFill rotWithShape="1">
          <a:blip r:embed="rId2">
            <a:extLst>
              <a:ext uri="{96DAC541-7B7A-43D3-8B79-37D633B846F1}">
                <asvg:svgBlip xmlns:asvg="http://schemas.microsoft.com/office/drawing/2016/SVG/main" r:embed="rId3"/>
              </a:ext>
            </a:extLst>
          </a:blip>
          <a:srcRect l="12249" t="13424" r="28018" b="11087"/>
          <a:stretch>
            <a:fillRect/>
          </a:stretch>
        </p:blipFill>
        <p:spPr>
          <a:xfrm>
            <a:off x="6472427" y="0"/>
            <a:ext cx="5023757"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简介 1">
    <p:spTree>
      <p:nvGrpSpPr>
        <p:cNvPr id="1" name=""/>
        <p:cNvGrpSpPr/>
        <p:nvPr/>
      </p:nvGrpSpPr>
      <p:grpSpPr>
        <a:xfrm>
          <a:off x="0" y="0"/>
          <a:ext cx="0" cy="0"/>
          <a:chOff x="0" y="0"/>
          <a:chExt cx="0" cy="0"/>
        </a:xfrm>
      </p:grpSpPr>
      <p:sp>
        <p:nvSpPr>
          <p:cNvPr id="2" name="长方形 1"/>
          <p:cNvSpPr/>
          <p:nvPr userDrawn="1"/>
        </p:nvSpPr>
        <p:spPr>
          <a:xfrm>
            <a:off x="10744200" y="1"/>
            <a:ext cx="75198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17" name="图形 16"/>
          <p:cNvPicPr>
            <a:picLocks noChangeAspect="1"/>
          </p:cNvPicPr>
          <p:nvPr userDrawn="1"/>
        </p:nvPicPr>
        <p:blipFill rotWithShape="1">
          <a:blip r:embed="rId2">
            <a:extLst>
              <a:ext uri="{96DAC541-7B7A-43D3-8B79-37D633B846F1}">
                <asvg:svgBlip xmlns:asvg="http://schemas.microsoft.com/office/drawing/2016/SVG/main" r:embed="rId3"/>
              </a:ext>
            </a:extLst>
          </a:blip>
          <a:srcRect l="41796" t="12194" r="49125" b="12256"/>
          <a:stretch>
            <a:fillRect/>
          </a:stretch>
        </p:blipFill>
        <p:spPr>
          <a:xfrm>
            <a:off x="10732660" y="-5609"/>
            <a:ext cx="763524" cy="6863608"/>
          </a:xfrm>
          <a:prstGeom prst="rect">
            <a:avLst/>
          </a:prstGeom>
        </p:spPr>
      </p:pic>
      <p:sp>
        <p:nvSpPr>
          <p:cNvPr id="13" name="标题 1"/>
          <p:cNvSpPr>
            <a:spLocks noGrp="1"/>
          </p:cNvSpPr>
          <p:nvPr>
            <p:ph type="title" hasCustomPrompt="1"/>
          </p:nvPr>
        </p:nvSpPr>
        <p:spPr>
          <a:xfrm>
            <a:off x="422178" y="365125"/>
            <a:ext cx="9733538" cy="1325563"/>
          </a:xfrm>
        </p:spPr>
        <p:txBody>
          <a:bodyPr rtlCol="0">
            <a:normAutofit/>
          </a:bodyPr>
          <a:lstStyle>
            <a:lvl1pPr>
              <a:defRPr lang="zh-CN" sz="4400"/>
            </a:lvl1pPr>
          </a:lstStyle>
          <a:p>
            <a:pPr rtl="0"/>
            <a:r>
              <a:rPr lang="zh-CN" dirty="0"/>
              <a:t>单击此处添加标题</a:t>
            </a:r>
            <a:endParaRPr lang="zh-CN" dirty="0"/>
          </a:p>
        </p:txBody>
      </p:sp>
      <p:sp>
        <p:nvSpPr>
          <p:cNvPr id="9" name="内容占位符 2"/>
          <p:cNvSpPr>
            <a:spLocks noGrp="1"/>
          </p:cNvSpPr>
          <p:nvPr>
            <p:ph idx="1" hasCustomPrompt="1"/>
          </p:nvPr>
        </p:nvSpPr>
        <p:spPr>
          <a:xfrm>
            <a:off x="419106" y="2198915"/>
            <a:ext cx="9741183" cy="3345316"/>
          </a:xfrm>
        </p:spPr>
        <p:txBody>
          <a:bodyPr rtlCol="0" anchor="t" anchorCtr="0">
            <a:normAutofit/>
          </a:bodyPr>
          <a:lstStyle>
            <a:lvl1pPr marL="0" indent="0">
              <a:buNone/>
              <a:defRPr lang="zh-CN" sz="1800" baseline="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sz="1800" dirty="0">
              <a:solidFill>
                <a:schemeClr val="tx1"/>
              </a:solidFill>
            </a:endParaRPr>
          </a:p>
        </p:txBody>
      </p:sp>
      <p:cxnSp>
        <p:nvCxnSpPr>
          <p:cNvPr id="14" name="直接连接符​​(S) 13"/>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6" name="直接连接符​​(S) 15"/>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4"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cxnSp>
        <p:nvCxnSpPr>
          <p:cNvPr id="3" name="直接连接符​​(S) 2"/>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7" name="直接连接符​​(S) 6"/>
          <p:cNvCxnSpPr/>
          <p:nvPr userDrawn="1"/>
        </p:nvCxnSpPr>
        <p:spPr>
          <a:xfrm flipV="1">
            <a:off x="1074420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8" name="直接连接符​​(S) 7"/>
          <p:cNvCxnSpPr/>
          <p:nvPr userDrawn="1"/>
        </p:nvCxnSpPr>
        <p:spPr>
          <a:xfrm flipV="1">
            <a:off x="1063077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0" name="直接连接符​​(S) 9"/>
          <p:cNvCxnSpPr/>
          <p:nvPr userDrawn="1"/>
        </p:nvCxnSpPr>
        <p:spPr>
          <a:xfrm>
            <a:off x="0" y="6052457"/>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分节符 3">
    <p:spTree>
      <p:nvGrpSpPr>
        <p:cNvPr id="1" name=""/>
        <p:cNvGrpSpPr/>
        <p:nvPr/>
      </p:nvGrpSpPr>
      <p:grpSpPr>
        <a:xfrm>
          <a:off x="0" y="0"/>
          <a:ext cx="0" cy="0"/>
          <a:chOff x="0" y="0"/>
          <a:chExt cx="0" cy="0"/>
        </a:xfrm>
      </p:grpSpPr>
      <p:sp>
        <p:nvSpPr>
          <p:cNvPr id="3" name="标题 1"/>
          <p:cNvSpPr>
            <a:spLocks noGrp="1"/>
          </p:cNvSpPr>
          <p:nvPr>
            <p:ph type="ctrTitle" hasCustomPrompt="1"/>
          </p:nvPr>
        </p:nvSpPr>
        <p:spPr>
          <a:xfrm>
            <a:off x="422897" y="576263"/>
            <a:ext cx="5646541" cy="3304494"/>
          </a:xfrm>
        </p:spPr>
        <p:txBody>
          <a:bodyPr rtlCol="0" anchor="b"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4" name="文本占位符 14"/>
          <p:cNvSpPr>
            <a:spLocks noGrp="1"/>
          </p:cNvSpPr>
          <p:nvPr>
            <p:ph type="body" sz="quarter" idx="10" hasCustomPrompt="1"/>
          </p:nvPr>
        </p:nvSpPr>
        <p:spPr>
          <a:xfrm>
            <a:off x="422275" y="4148138"/>
            <a:ext cx="5673726" cy="1528762"/>
          </a:xfrm>
        </p:spPr>
        <p:txBody>
          <a:bodyPr rtlCol="0"/>
          <a:lstStyle>
            <a:lvl1pPr marL="0" indent="0">
              <a:buNone/>
              <a:defRPr lang="zh-CN"/>
            </a:lvl1pPr>
          </a:lstStyle>
          <a:p>
            <a:pPr lvl="0" rtl="0"/>
            <a:r>
              <a:rPr lang="zh-CN" dirty="0"/>
              <a:t>单击此处添加副标题</a:t>
            </a:r>
            <a:endParaRPr lang="zh-CN" dirty="0"/>
          </a:p>
        </p:txBody>
      </p:sp>
      <p:sp>
        <p:nvSpPr>
          <p:cNvPr id="2" name="图片占位符 13"/>
          <p:cNvSpPr>
            <a:spLocks noGrp="1"/>
          </p:cNvSpPr>
          <p:nvPr>
            <p:ph type="pic" sz="quarter" idx="13"/>
          </p:nvPr>
        </p:nvSpPr>
        <p:spPr>
          <a:xfrm>
            <a:off x="6483095" y="-1"/>
            <a:ext cx="5013087" cy="6857998"/>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
        <p:nvSpPr>
          <p:cNvPr id="6" name="长方形 5"/>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9" name="长方形 8"/>
          <p:cNvSpPr/>
          <p:nvPr userDrawn="1"/>
        </p:nvSpPr>
        <p:spPr>
          <a:xfrm rot="10800000">
            <a:off x="11491640" y="0"/>
            <a:ext cx="708823" cy="713232"/>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2" name="标题 1"/>
          <p:cNvSpPr>
            <a:spLocks noGrp="1"/>
          </p:cNvSpPr>
          <p:nvPr>
            <p:ph type="title" hasCustomPrompt="1"/>
          </p:nvPr>
        </p:nvSpPr>
        <p:spPr>
          <a:xfrm>
            <a:off x="422178" y="365125"/>
            <a:ext cx="10660350" cy="1325563"/>
          </a:xfrm>
        </p:spPr>
        <p:txBody>
          <a:bodyPr rtlCol="0">
            <a:normAutofit/>
          </a:bodyPr>
          <a:lstStyle>
            <a:lvl1pPr>
              <a:defRPr lang="zh-CN" sz="4400"/>
            </a:lvl1pPr>
          </a:lstStyle>
          <a:p>
            <a:pPr rtl="0"/>
            <a:r>
              <a:rPr lang="zh-CN" dirty="0"/>
              <a:t>单击此处添加标题</a:t>
            </a:r>
            <a:endParaRPr lang="zh-CN" dirty="0"/>
          </a:p>
        </p:txBody>
      </p:sp>
      <p:sp>
        <p:nvSpPr>
          <p:cNvPr id="4" name="内容占位符 3"/>
          <p:cNvSpPr>
            <a:spLocks noGrp="1"/>
          </p:cNvSpPr>
          <p:nvPr>
            <p:ph sz="half" idx="2" hasCustomPrompt="1"/>
          </p:nvPr>
        </p:nvSpPr>
        <p:spPr>
          <a:xfrm>
            <a:off x="422178" y="2198914"/>
            <a:ext cx="5157787"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0" name="日期占位符 9"/>
          <p:cNvSpPr>
            <a:spLocks noGrp="1"/>
          </p:cNvSpPr>
          <p:nvPr>
            <p:ph type="dt" sz="half" idx="10"/>
          </p:nvPr>
        </p:nvSpPr>
        <p:spPr/>
        <p:txBody>
          <a:bodyPr rtlCol="0"/>
          <a:lstStyle>
            <a:defPPr>
              <a:defRPr lang="zh-CN"/>
            </a:defPPr>
          </a:lstStyle>
          <a:p>
            <a:pPr rtl="0"/>
            <a:r>
              <a:rPr lang="zh-CN" dirty="0"/>
              <a:t>20XX</a:t>
            </a:r>
            <a:endParaRPr lang="zh-CN" dirty="0"/>
          </a:p>
        </p:txBody>
      </p:sp>
      <p:sp>
        <p:nvSpPr>
          <p:cNvPr id="11" name="页脚占位符 10"/>
          <p:cNvSpPr>
            <a:spLocks noGrp="1"/>
          </p:cNvSpPr>
          <p:nvPr>
            <p:ph type="ftr" sz="quarter" idx="11"/>
          </p:nvPr>
        </p:nvSpPr>
        <p:spPr/>
        <p:txBody>
          <a:bodyPr rtlCol="0"/>
          <a:lstStyle>
            <a:defPPr>
              <a:defRPr lang="zh-CN"/>
            </a:defPPr>
          </a:lstStyle>
          <a:p>
            <a:pPr rtl="0"/>
            <a:r>
              <a:rPr lang="zh-CN" dirty="0"/>
              <a:t>示例页脚文本</a:t>
            </a:r>
            <a:endParaRPr lang="zh-CN" dirty="0"/>
          </a:p>
        </p:txBody>
      </p:sp>
      <p:sp>
        <p:nvSpPr>
          <p:cNvPr id="12" name="灯片编号占位符 11"/>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3" name="内容占位符 3"/>
          <p:cNvSpPr>
            <a:spLocks noGrp="1"/>
          </p:cNvSpPr>
          <p:nvPr>
            <p:ph sz="half" idx="13" hasCustomPrompt="1"/>
          </p:nvPr>
        </p:nvSpPr>
        <p:spPr>
          <a:xfrm>
            <a:off x="5924741" y="2198913"/>
            <a:ext cx="5157787"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标题和两个带副标题的内容 2">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54936" cy="1325563"/>
          </a:xfrm>
        </p:spPr>
        <p:txBody>
          <a:bodyPr rtlCol="0">
            <a:normAutofit/>
          </a:bodyPr>
          <a:lstStyle>
            <a:lvl1pPr>
              <a:defRPr lang="zh-CN" sz="4400"/>
            </a:lvl1pPr>
          </a:lstStyle>
          <a:p>
            <a:pPr rtl="0"/>
            <a:r>
              <a:rPr lang="zh-CN" sz="4400" dirty="0"/>
              <a:t>单击此处添加标题 </a:t>
            </a:r>
            <a:endParaRPr lang="zh-CN" dirty="0"/>
          </a:p>
        </p:txBody>
      </p:sp>
      <p:sp>
        <p:nvSpPr>
          <p:cNvPr id="6" name="内容占位符 5"/>
          <p:cNvSpPr>
            <a:spLocks noGrp="1"/>
          </p:cNvSpPr>
          <p:nvPr>
            <p:ph sz="quarter" idx="4" hasCustomPrompt="1"/>
          </p:nvPr>
        </p:nvSpPr>
        <p:spPr>
          <a:xfrm>
            <a:off x="7105342" y="2198914"/>
            <a:ext cx="3970218" cy="3445987"/>
          </a:xfrm>
        </p:spPr>
        <p:txBody>
          <a:bodyPr rtlCol="0">
            <a:normAutofit/>
          </a:bodyPr>
          <a:lstStyle>
            <a:lvl1pPr>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0" name="幻灯片编号占位符 5"/>
          <p:cNvSpPr>
            <a:spLocks noGrp="1"/>
          </p:cNvSpPr>
          <p:nvPr>
            <p:ph type="sldNum" sz="quarter" idx="1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
        <p:nvSpPr>
          <p:cNvPr id="12" name="长方形 11"/>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3" name="内容占位符 3"/>
          <p:cNvSpPr>
            <a:spLocks noGrp="1"/>
          </p:cNvSpPr>
          <p:nvPr>
            <p:ph sz="half" idx="15" hasCustomPrompt="1"/>
          </p:nvPr>
        </p:nvSpPr>
        <p:spPr>
          <a:xfrm>
            <a:off x="422178" y="2198914"/>
            <a:ext cx="6487908"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和内容 2">
    <p:spTree>
      <p:nvGrpSpPr>
        <p:cNvPr id="1" name=""/>
        <p:cNvGrpSpPr/>
        <p:nvPr/>
      </p:nvGrpSpPr>
      <p:grpSpPr>
        <a:xfrm>
          <a:off x="0" y="0"/>
          <a:ext cx="0" cy="0"/>
          <a:chOff x="0" y="0"/>
          <a:chExt cx="0" cy="0"/>
        </a:xfrm>
      </p:grpSpPr>
      <p:sp>
        <p:nvSpPr>
          <p:cNvPr id="5" name="长方形 4"/>
          <p:cNvSpPr/>
          <p:nvPr userDrawn="1"/>
        </p:nvSpPr>
        <p:spPr>
          <a:xfrm rot="10800000">
            <a:off x="11491640" y="5610"/>
            <a:ext cx="708823" cy="713232"/>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3" name="标题 2"/>
          <p:cNvSpPr>
            <a:spLocks noGrp="1"/>
          </p:cNvSpPr>
          <p:nvPr>
            <p:ph type="title" hasCustomPrompt="1"/>
          </p:nvPr>
        </p:nvSpPr>
        <p:spPr>
          <a:xfrm>
            <a:off x="393843" y="667582"/>
            <a:ext cx="5102717" cy="2482018"/>
          </a:xfrm>
        </p:spPr>
        <p:txBody>
          <a:bodyPr rtlCol="0" anchor="t" anchorCtr="0">
            <a:noAutofit/>
          </a:bodyPr>
          <a:lstStyle>
            <a:lvl1pPr>
              <a:defRPr lang="zh-CN" sz="4400"/>
            </a:lvl1pPr>
          </a:lstStyle>
          <a:p>
            <a:pPr rtl="0"/>
            <a:r>
              <a:rPr lang="zh-CN" sz="4400" dirty="0"/>
              <a:t>单击此处添加标题 </a:t>
            </a:r>
            <a:endParaRPr lang="zh-CN" dirty="0"/>
          </a:p>
        </p:txBody>
      </p:sp>
      <p:sp>
        <p:nvSpPr>
          <p:cNvPr id="8" name="内容占位符 7"/>
          <p:cNvSpPr>
            <a:spLocks noGrp="1"/>
          </p:cNvSpPr>
          <p:nvPr>
            <p:ph sz="quarter" idx="15" hasCustomPrompt="1"/>
          </p:nvPr>
        </p:nvSpPr>
        <p:spPr>
          <a:xfrm>
            <a:off x="5668964" y="667582"/>
            <a:ext cx="5827220" cy="2482018"/>
          </a:xfrm>
        </p:spPr>
        <p:txBody>
          <a:bodyPr tIns="91440" rtlCol="0">
            <a:normAutofit/>
          </a:bodyPr>
          <a:lstStyle>
            <a:lvl1pPr marL="0" indent="0">
              <a:buNone/>
              <a:defRPr lang="zh-CN" sz="1800">
                <a:solidFill>
                  <a:schemeClr val="tx2"/>
                </a:solidFill>
              </a:defRPr>
            </a:lvl1pPr>
            <a:lvl2pPr marL="457200" indent="0">
              <a:buNone/>
              <a:defRPr lang="zh-CN" sz="1800">
                <a:solidFill>
                  <a:schemeClr val="tx2"/>
                </a:solidFill>
              </a:defRPr>
            </a:lvl2pPr>
            <a:lvl3pPr marL="914400" indent="0">
              <a:buNone/>
              <a:defRPr lang="zh-CN" sz="1800">
                <a:solidFill>
                  <a:schemeClr val="tx2"/>
                </a:solidFill>
              </a:defRPr>
            </a:lvl3pPr>
            <a:lvl4pPr marL="1371600" indent="0">
              <a:buNone/>
              <a:defRPr lang="zh-CN" sz="1800">
                <a:solidFill>
                  <a:schemeClr val="tx2"/>
                </a:solidFill>
              </a:defRPr>
            </a:lvl4pPr>
            <a:lvl5pPr marL="1828800" indent="0">
              <a:buNone/>
              <a:defRPr lang="zh-CN" sz="1800">
                <a:solidFill>
                  <a:schemeClr val="tx2"/>
                </a:solidFill>
              </a:defRPr>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1" name="图片占位符 10"/>
          <p:cNvSpPr>
            <a:spLocks noGrp="1"/>
          </p:cNvSpPr>
          <p:nvPr>
            <p:ph type="pic" sz="quarter" idx="13"/>
          </p:nvPr>
        </p:nvSpPr>
        <p:spPr>
          <a:xfrm>
            <a:off x="393843" y="3362959"/>
            <a:ext cx="11102339" cy="2827459"/>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
        <p:nvSpPr>
          <p:cNvPr id="10"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内容和表格">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3" y="365760"/>
            <a:ext cx="11067089" cy="1325880"/>
          </a:xfrm>
        </p:spPr>
        <p:txBody>
          <a:bodyPr rtlCol="0" anchor="ctr">
            <a:normAutofit/>
          </a:bodyPr>
          <a:lstStyle>
            <a:lvl1pPr>
              <a:lnSpc>
                <a:spcPts val="2800"/>
              </a:lnSpc>
              <a:spcBef>
                <a:spcPts val="1000"/>
              </a:spcBef>
              <a:defRPr lang="zh-CN" sz="4400" b="0" i="0"/>
            </a:lvl1pPr>
          </a:lstStyle>
          <a:p>
            <a:pPr rtl="0"/>
            <a:r>
              <a:rPr lang="zh-CN" sz="4400" dirty="0"/>
              <a:t>单击此处添加标题 </a:t>
            </a:r>
            <a:endParaRPr lang="zh-CN" dirty="0"/>
          </a:p>
        </p:txBody>
      </p:sp>
      <p:sp>
        <p:nvSpPr>
          <p:cNvPr id="14" name="长方形 13"/>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8" name="文本占位符 7"/>
          <p:cNvSpPr>
            <a:spLocks noGrp="1"/>
          </p:cNvSpPr>
          <p:nvPr>
            <p:ph type="body" sz="quarter" idx="11" hasCustomPrompt="1"/>
          </p:nvPr>
        </p:nvSpPr>
        <p:spPr>
          <a:xfrm>
            <a:off x="420624" y="2189377"/>
            <a:ext cx="3568990" cy="3517679"/>
          </a:xfrm>
        </p:spPr>
        <p:txBody>
          <a:bodyPr tIns="0" bIns="0" rtlCol="0">
            <a:normAutofit/>
          </a:bodyPr>
          <a:lstStyle>
            <a:lvl1pPr>
              <a:defRPr lang="zh-CN" sz="180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表格占位符 3"/>
          <p:cNvSpPr>
            <a:spLocks noGrp="1"/>
          </p:cNvSpPr>
          <p:nvPr>
            <p:ph type="tbl" sz="quarter" idx="10" hasCustomPrompt="1"/>
          </p:nvPr>
        </p:nvSpPr>
        <p:spPr>
          <a:xfrm>
            <a:off x="4501469" y="2189377"/>
            <a:ext cx="6565769" cy="3517686"/>
          </a:xfrm>
        </p:spPr>
        <p:txBody>
          <a:bodyPr rtlCol="0"/>
          <a:lstStyle>
            <a:lvl1pPr>
              <a:defRPr lang="zh-CN"/>
            </a:lvl1pPr>
          </a:lstStyle>
          <a:p>
            <a:pPr rtl="0"/>
            <a:r>
              <a:rPr lang="zh-CN" altLang="en-US"/>
              <a:t>单击图标添加表格</a:t>
            </a:r>
            <a:endParaRPr lang="zh-CN" dirty="0"/>
          </a:p>
        </p:txBody>
      </p:sp>
      <p:sp>
        <p:nvSpPr>
          <p:cNvPr id="7"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标题和两栏内容 4">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54936" cy="1325563"/>
          </a:xfrm>
        </p:spPr>
        <p:txBody>
          <a:bodyPr rtlCol="0">
            <a:normAutofit/>
          </a:bodyPr>
          <a:lstStyle>
            <a:lvl1pPr>
              <a:defRPr lang="zh-CN" sz="4400"/>
            </a:lvl1pPr>
          </a:lstStyle>
          <a:p>
            <a:pPr rtl="0"/>
            <a:r>
              <a:rPr lang="zh-CN" sz="4400" dirty="0"/>
              <a:t>单击此处添加标题 </a:t>
            </a:r>
            <a:endParaRPr lang="zh-CN" dirty="0"/>
          </a:p>
        </p:txBody>
      </p:sp>
      <p:sp>
        <p:nvSpPr>
          <p:cNvPr id="6" name="内容占位符 5"/>
          <p:cNvSpPr>
            <a:spLocks noGrp="1"/>
          </p:cNvSpPr>
          <p:nvPr>
            <p:ph sz="quarter" idx="4" hasCustomPrompt="1"/>
          </p:nvPr>
        </p:nvSpPr>
        <p:spPr>
          <a:xfrm>
            <a:off x="413657" y="2198914"/>
            <a:ext cx="3970218" cy="3445987"/>
          </a:xfrm>
        </p:spPr>
        <p:txBody>
          <a:bodyPr rtlCol="0">
            <a:normAutofit/>
          </a:bodyPr>
          <a:lstStyle>
            <a:lvl1pPr>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内容占位符 3"/>
          <p:cNvSpPr>
            <a:spLocks noGrp="1"/>
          </p:cNvSpPr>
          <p:nvPr>
            <p:ph sz="half" idx="2" hasCustomPrompt="1"/>
          </p:nvPr>
        </p:nvSpPr>
        <p:spPr>
          <a:xfrm>
            <a:off x="4921213" y="2198914"/>
            <a:ext cx="6154347" cy="3445987"/>
          </a:xfrm>
        </p:spPr>
        <p:txBody>
          <a:bodyPr rtlCol="0">
            <a:normAutofit/>
          </a:bodyPr>
          <a:lstStyle>
            <a:lvl1pPr marL="0" indent="0">
              <a:buNone/>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1" name="长方形 10"/>
          <p:cNvSpPr/>
          <p:nvPr userDrawn="1"/>
        </p:nvSpPr>
        <p:spPr>
          <a:xfrm rot="10800000">
            <a:off x="11494040" y="4282928"/>
            <a:ext cx="699477" cy="1898809"/>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10" name="幻灯片编号占位符 5"/>
          <p:cNvSpPr>
            <a:spLocks noGrp="1"/>
          </p:cNvSpPr>
          <p:nvPr>
            <p:ph type="sldNum" sz="quarter" idx="1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61904" cy="1325563"/>
          </a:xfrm>
        </p:spPr>
        <p:txBody>
          <a:bodyPr rtlCol="0">
            <a:normAutofit/>
          </a:bodyPr>
          <a:lstStyle>
            <a:lvl1pPr>
              <a:lnSpc>
                <a:spcPct val="90000"/>
              </a:lnSpc>
              <a:defRPr lang="zh-CN" sz="4400"/>
            </a:lvl1pPr>
          </a:lstStyle>
          <a:p>
            <a:pPr rtl="0"/>
            <a:r>
              <a:rPr lang="zh-CN" dirty="0"/>
              <a:t>单击此处添加标题</a:t>
            </a:r>
            <a:endParaRPr lang="zh-CN" dirty="0"/>
          </a:p>
        </p:txBody>
      </p:sp>
      <p:sp>
        <p:nvSpPr>
          <p:cNvPr id="11" name="日期占位符 10"/>
          <p:cNvSpPr>
            <a:spLocks noGrp="1"/>
          </p:cNvSpPr>
          <p:nvPr>
            <p:ph type="dt" sz="half" idx="10"/>
          </p:nvPr>
        </p:nvSpPr>
        <p:spPr/>
        <p:txBody>
          <a:bodyPr rtlCol="0"/>
          <a:lstStyle>
            <a:defPPr>
              <a:defRPr lang="zh-CN"/>
            </a:defPPr>
          </a:lstStyle>
          <a:p>
            <a:pPr rtl="0"/>
            <a:r>
              <a:rPr lang="zh-CN" dirty="0"/>
              <a:t>20XX</a:t>
            </a:r>
            <a:endParaRPr lang="zh-CN" dirty="0"/>
          </a:p>
        </p:txBody>
      </p:sp>
      <p:sp>
        <p:nvSpPr>
          <p:cNvPr id="12" name="页脚占位符 11"/>
          <p:cNvSpPr>
            <a:spLocks noGrp="1"/>
          </p:cNvSpPr>
          <p:nvPr>
            <p:ph type="ftr" sz="quarter" idx="11"/>
          </p:nvPr>
        </p:nvSpPr>
        <p:spPr/>
        <p:txBody>
          <a:bodyPr rtlCol="0"/>
          <a:lstStyle>
            <a:defPPr>
              <a:defRPr lang="zh-CN"/>
            </a:defPPr>
          </a:lstStyle>
          <a:p>
            <a:pPr rtl="0"/>
            <a:r>
              <a:rPr lang="zh-CN" dirty="0"/>
              <a:t>示例页脚文本</a:t>
            </a:r>
            <a:endParaRPr lang="zh-CN" dirty="0"/>
          </a:p>
        </p:txBody>
      </p:sp>
      <p:sp>
        <p:nvSpPr>
          <p:cNvPr id="13" name="灯片编号占位符 12"/>
          <p:cNvSpPr>
            <a:spLocks noGrp="1"/>
          </p:cNvSpPr>
          <p:nvPr>
            <p:ph type="sldNum" sz="quarter" idx="12"/>
          </p:nvPr>
        </p:nvSpPr>
        <p:spPr/>
        <p:txBody>
          <a:bodyPr rtlCol="0"/>
          <a:lstStyle>
            <a:defPPr>
              <a:defRPr lang="zh-CN"/>
            </a:defPPr>
          </a:lstStyle>
          <a:p>
            <a:pPr rtl="0"/>
            <a:fld id="{3A4F6043-7A67-491B-98BC-F933DED7226D}" type="slidenum">
              <a:rPr lang="zh-CN" smtClean="0"/>
            </a:fld>
            <a:endParaRPr lang="zh-CN" dirty="0"/>
          </a:p>
        </p:txBody>
      </p:sp>
      <p:sp>
        <p:nvSpPr>
          <p:cNvPr id="5" name="表格占位符 4"/>
          <p:cNvSpPr>
            <a:spLocks noGrp="1"/>
          </p:cNvSpPr>
          <p:nvPr>
            <p:ph type="tbl" sz="quarter" idx="13" hasCustomPrompt="1"/>
          </p:nvPr>
        </p:nvSpPr>
        <p:spPr>
          <a:xfrm>
            <a:off x="420688" y="2189377"/>
            <a:ext cx="10661840" cy="3490925"/>
          </a:xfrm>
        </p:spPr>
        <p:txBody>
          <a:bodyPr rtlCol="0"/>
          <a:lstStyle>
            <a:lvl1pPr>
              <a:defRPr lang="zh-CN"/>
            </a:lvl1pPr>
          </a:lstStyle>
          <a:p>
            <a:pPr rtl="0"/>
            <a:r>
              <a:rPr lang="zh-CN" altLang="en-US"/>
              <a:t>单击图标添加表格</a:t>
            </a:r>
            <a:endParaRPr lang="zh-CN"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结束语">
    <p:spTree>
      <p:nvGrpSpPr>
        <p:cNvPr id="1" name=""/>
        <p:cNvGrpSpPr/>
        <p:nvPr/>
      </p:nvGrpSpPr>
      <p:grpSpPr>
        <a:xfrm>
          <a:off x="0" y="0"/>
          <a:ext cx="0" cy="0"/>
          <a:chOff x="0" y="0"/>
          <a:chExt cx="0" cy="0"/>
        </a:xfrm>
      </p:grpSpPr>
      <p:sp>
        <p:nvSpPr>
          <p:cNvPr id="7" name="标题 1"/>
          <p:cNvSpPr>
            <a:spLocks noGrp="1"/>
          </p:cNvSpPr>
          <p:nvPr>
            <p:ph type="title" hasCustomPrompt="1"/>
          </p:nvPr>
        </p:nvSpPr>
        <p:spPr>
          <a:xfrm>
            <a:off x="422897" y="539496"/>
            <a:ext cx="5228393" cy="2697190"/>
          </a:xfrm>
        </p:spPr>
        <p:txBody>
          <a:bodyPr rtlCol="0" anchor="b">
            <a:normAutofit/>
          </a:bodyPr>
          <a:lstStyle>
            <a:lvl1pPr>
              <a:defRPr lang="zh-CN" sz="4400"/>
            </a:lvl1pPr>
          </a:lstStyle>
          <a:p>
            <a:pPr rtl="0"/>
            <a:r>
              <a:rPr lang="zh-CN" sz="4800" dirty="0"/>
              <a:t>单击此处添加标题 </a:t>
            </a:r>
            <a:endParaRPr lang="zh-CN" sz="4800" dirty="0"/>
          </a:p>
        </p:txBody>
      </p:sp>
      <p:sp>
        <p:nvSpPr>
          <p:cNvPr id="8" name="内容占位符 2"/>
          <p:cNvSpPr>
            <a:spLocks noGrp="1"/>
          </p:cNvSpPr>
          <p:nvPr>
            <p:ph idx="1" hasCustomPrompt="1"/>
          </p:nvPr>
        </p:nvSpPr>
        <p:spPr>
          <a:xfrm>
            <a:off x="422897" y="3354749"/>
            <a:ext cx="5228392" cy="2582470"/>
          </a:xfrm>
        </p:spPr>
        <p:txBody>
          <a:bodyPr rtlCol="0">
            <a:noAutofit/>
          </a:bodyPr>
          <a:lstStyle>
            <a:lvl1pPr marL="0" indent="0">
              <a:buNone/>
              <a:defRPr lang="zh-CN" sz="180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cxnSp>
        <p:nvCxnSpPr>
          <p:cNvPr id="12" name="直接连接符​​(S) 11"/>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3" name="直接连接符​​(S) 12"/>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15" name="长方形 14"/>
          <p:cNvSpPr/>
          <p:nvPr userDrawn="1"/>
        </p:nvSpPr>
        <p:spPr>
          <a:xfrm>
            <a:off x="9884230" y="1"/>
            <a:ext cx="161195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16" name="直接连接符​​(S) 15"/>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S) 16"/>
          <p:cNvCxnSpPr/>
          <p:nvPr userDrawn="1"/>
        </p:nvCxnSpPr>
        <p:spPr>
          <a:xfrm flipV="1">
            <a:off x="988423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S) 17"/>
          <p:cNvCxnSpPr/>
          <p:nvPr userDrawn="1"/>
        </p:nvCxnSpPr>
        <p:spPr>
          <a:xfrm flipV="1">
            <a:off x="9768622"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9" name="直接连接符​​(S) 28"/>
          <p:cNvCxnSpPr/>
          <p:nvPr userDrawn="1"/>
        </p:nvCxnSpPr>
        <p:spPr>
          <a:xfrm flipV="1">
            <a:off x="9372495"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30" name="长方形 29"/>
          <p:cNvSpPr/>
          <p:nvPr userDrawn="1"/>
        </p:nvSpPr>
        <p:spPr>
          <a:xfrm>
            <a:off x="7760541" y="1"/>
            <a:ext cx="161195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31" name="直接连接符 30"/>
          <p:cNvCxnSpPr/>
          <p:nvPr userDrawn="1"/>
        </p:nvCxnSpPr>
        <p:spPr>
          <a:xfrm flipV="1">
            <a:off x="9481352"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2" name="直接连接符​​(S) 31"/>
          <p:cNvCxnSpPr/>
          <p:nvPr userDrawn="1"/>
        </p:nvCxnSpPr>
        <p:spPr>
          <a:xfrm flipV="1">
            <a:off x="77605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3" name="直接连接符​​(S) 32"/>
          <p:cNvCxnSpPr/>
          <p:nvPr userDrawn="1"/>
        </p:nvCxnSpPr>
        <p:spPr>
          <a:xfrm flipV="1">
            <a:off x="7644933"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pic>
        <p:nvPicPr>
          <p:cNvPr id="34" name="图形 33"/>
          <p:cNvPicPr>
            <a:picLocks noChangeAspect="1"/>
          </p:cNvPicPr>
          <p:nvPr userDrawn="1"/>
        </p:nvPicPr>
        <p:blipFill rotWithShape="1">
          <a:blip r:embed="rId2">
            <a:extLst>
              <a:ext uri="{96DAC541-7B7A-43D3-8B79-37D633B846F1}">
                <asvg:svgBlip xmlns:asvg="http://schemas.microsoft.com/office/drawing/2016/SVG/main" r:embed="rId3"/>
              </a:ext>
            </a:extLst>
          </a:blip>
          <a:srcRect l="31706" t="12194" r="49126" b="12256"/>
          <a:stretch>
            <a:fillRect/>
          </a:stretch>
        </p:blipFill>
        <p:spPr>
          <a:xfrm>
            <a:off x="9884229" y="-5609"/>
            <a:ext cx="1611955" cy="6863608"/>
          </a:xfrm>
          <a:prstGeom prst="rect">
            <a:avLst/>
          </a:prstGeom>
        </p:spPr>
      </p:pic>
      <p:pic>
        <p:nvPicPr>
          <p:cNvPr id="35" name="图形 34"/>
          <p:cNvPicPr>
            <a:picLocks noChangeAspect="1"/>
          </p:cNvPicPr>
          <p:nvPr userDrawn="1"/>
        </p:nvPicPr>
        <p:blipFill rotWithShape="1">
          <a:blip r:embed="rId2">
            <a:extLst>
              <a:ext uri="{96DAC541-7B7A-43D3-8B79-37D633B846F1}">
                <asvg:svgBlip xmlns:asvg="http://schemas.microsoft.com/office/drawing/2016/SVG/main" r:embed="rId3"/>
              </a:ext>
            </a:extLst>
          </a:blip>
          <a:srcRect l="10790" t="12194" r="70042" b="12256"/>
          <a:stretch>
            <a:fillRect/>
          </a:stretch>
        </p:blipFill>
        <p:spPr>
          <a:xfrm>
            <a:off x="7753789" y="5610"/>
            <a:ext cx="1611955" cy="686360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长方形 9"/>
          <p:cNvSpPr/>
          <p:nvPr/>
        </p:nvSpPr>
        <p:spPr>
          <a:xfrm>
            <a:off x="1446276" y="685800"/>
            <a:ext cx="107442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11" name="直接连接符​​(S) 10" descr="Tag=AccentColor&#10;Flavor=Light&#10;Target=Line"/>
          <p:cNvCxnSpPr/>
          <p:nvPr/>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2" name="直接连接符​​(S) 11" descr="Tag=AccentColor&#10;Flavor=Light&#10;Target=Line"/>
          <p:cNvCxnSpPr/>
          <p:nvPr/>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2" name="标题占位符 1"/>
          <p:cNvSpPr>
            <a:spLocks noGrp="1"/>
          </p:cNvSpPr>
          <p:nvPr>
            <p:ph type="title"/>
          </p:nvPr>
        </p:nvSpPr>
        <p:spPr>
          <a:xfrm>
            <a:off x="420624" y="365125"/>
            <a:ext cx="10515600" cy="1325563"/>
          </a:xfrm>
          <a:prstGeom prst="rect">
            <a:avLst/>
          </a:prstGeom>
        </p:spPr>
        <p:txBody>
          <a:bodyPr vert="horz" lIns="91440" tIns="45720" rIns="91440" bIns="45720" rtlCol="0" anchor="ctr">
            <a:normAutofit/>
          </a:bodyPr>
          <a:lstStyle>
            <a:defPPr>
              <a:defRPr lang="zh-CN"/>
            </a:defPPr>
          </a:lstStyle>
          <a:p>
            <a:pPr rtl="0"/>
            <a:r>
              <a:rPr lang="zh-CN" dirty="0"/>
              <a:t>单击此处编辑母版标题样式</a:t>
            </a:r>
            <a:endParaRPr lang="zh-CN" dirty="0"/>
          </a:p>
        </p:txBody>
      </p:sp>
      <p:sp>
        <p:nvSpPr>
          <p:cNvPr id="3" name="文本占位符 2"/>
          <p:cNvSpPr>
            <a:spLocks noGrp="1"/>
          </p:cNvSpPr>
          <p:nvPr>
            <p:ph type="body" idx="1"/>
          </p:nvPr>
        </p:nvSpPr>
        <p:spPr>
          <a:xfrm>
            <a:off x="420624" y="1825625"/>
            <a:ext cx="10515600" cy="4351338"/>
          </a:xfrm>
          <a:prstGeom prst="rect">
            <a:avLst/>
          </a:prstGeom>
        </p:spPr>
        <p:txBody>
          <a:bodyPr vert="horz" lIns="91440" tIns="45720" rIns="91440" bIns="45720" rtlCol="0">
            <a:normAutofit/>
          </a:bodyPr>
          <a:lstStyle>
            <a:defPPr>
              <a:defRPr lang="zh-CN"/>
            </a:defPPr>
          </a:lstStyle>
          <a:p>
            <a:pPr lvl="0" rtl="0"/>
            <a:r>
              <a:rPr lang="zh-CN" dirty="0"/>
              <a:t>单击此处编辑母版文本样式</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日期占位符 3"/>
          <p:cNvSpPr>
            <a:spLocks noGrp="1"/>
          </p:cNvSpPr>
          <p:nvPr>
            <p:ph type="dt" sz="half" idx="2"/>
          </p:nvPr>
        </p:nvSpPr>
        <p:spPr>
          <a:xfrm>
            <a:off x="420624" y="6217920"/>
            <a:ext cx="2743200" cy="640080"/>
          </a:xfrm>
          <a:prstGeom prst="rect">
            <a:avLst/>
          </a:prstGeom>
        </p:spPr>
        <p:txBody>
          <a:bodyPr vert="horz" lIns="91440" tIns="45720" rIns="91440" bIns="45720" rtlCol="0" anchor="ctr"/>
          <a:lstStyle>
            <a:lvl1pPr algn="l">
              <a:defRPr lang="zh-CN" sz="1200">
                <a:solidFill>
                  <a:schemeClr val="tx2"/>
                </a:solidFill>
              </a:defRPr>
            </a:lvl1pPr>
          </a:lstStyle>
          <a:p>
            <a:pPr rtl="0"/>
            <a:r>
              <a:rPr lang="zh-CN" dirty="0"/>
              <a:t>20XX</a:t>
            </a:r>
            <a:endParaRPr lang="zh-CN" dirty="0"/>
          </a:p>
        </p:txBody>
      </p:sp>
      <p:sp>
        <p:nvSpPr>
          <p:cNvPr id="5" name="页脚占位符 4"/>
          <p:cNvSpPr>
            <a:spLocks noGrp="1"/>
          </p:cNvSpPr>
          <p:nvPr>
            <p:ph type="ftr" sz="quarter" idx="3"/>
          </p:nvPr>
        </p:nvSpPr>
        <p:spPr>
          <a:xfrm>
            <a:off x="3767328" y="6217920"/>
            <a:ext cx="7196328" cy="640080"/>
          </a:xfrm>
          <a:prstGeom prst="rect">
            <a:avLst/>
          </a:prstGeom>
        </p:spPr>
        <p:txBody>
          <a:bodyPr vert="horz" lIns="91440" tIns="45720" rIns="91440" bIns="45720" rtlCol="0" anchor="ctr"/>
          <a:lstStyle>
            <a:lvl1pPr algn="r">
              <a:defRPr lang="zh-CN" sz="1200">
                <a:solidFill>
                  <a:schemeClr val="tx2"/>
                </a:solidFill>
              </a:defRPr>
            </a:lvl1pPr>
          </a:lstStyle>
          <a:p>
            <a:pPr rtl="0"/>
            <a:r>
              <a:rPr lang="zh-CN" dirty="0"/>
              <a:t>示例页脚文本</a:t>
            </a:r>
            <a:endParaRPr lang="zh-CN" dirty="0"/>
          </a:p>
        </p:txBody>
      </p:sp>
      <p:sp>
        <p:nvSpPr>
          <p:cNvPr id="6" name="幻灯片编号占位符 5"/>
          <p:cNvSpPr>
            <a:spLocks noGrp="1"/>
          </p:cNvSpPr>
          <p:nvPr>
            <p:ph type="sldNum" sz="quarter" idx="4"/>
          </p:nvPr>
        </p:nvSpPr>
        <p:spPr>
          <a:xfrm>
            <a:off x="11503152" y="-18288"/>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lang="zh-CN" sz="6000" kern="1200">
          <a:solidFill>
            <a:schemeClr val="tx2"/>
          </a:solidFill>
          <a:latin typeface="+mj-cs"/>
          <a:ea typeface="+mj-ea"/>
          <a:cs typeface="+mj-cs"/>
        </a:defRPr>
      </a:lvl1pPr>
    </p:titleStyle>
    <p:bodyStyle>
      <a:lvl1pPr marL="228600" indent="-228600" algn="l" defTabSz="914400" rtl="0" eaLnBrk="1" latinLnBrk="0" hangingPunct="1">
        <a:lnSpc>
          <a:spcPct val="110000"/>
        </a:lnSpc>
        <a:spcBef>
          <a:spcPts val="1000"/>
        </a:spcBef>
        <a:buClr>
          <a:schemeClr val="accent2"/>
        </a:buClr>
        <a:buFont typeface="Wingdings 2" panose="05020102010507070707" pitchFamily="18" charset="2"/>
        <a:buChar char=""/>
        <a:defRPr lang="zh-CN" sz="1800" kern="1200">
          <a:solidFill>
            <a:schemeClr val="tx2"/>
          </a:solidFill>
          <a:latin typeface="+mn-cs"/>
          <a:ea typeface="+mn-ea"/>
          <a:cs typeface="+mn-cs"/>
        </a:defRPr>
      </a:lvl1pPr>
      <a:lvl2pPr marL="6858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2pPr>
      <a:lvl3pPr marL="11430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3pPr>
      <a:lvl4pPr marL="16002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4pPr>
      <a:lvl5pPr marL="20574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5pPr>
      <a:lvl6pPr marL="25146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6pPr>
      <a:lvl7pPr marL="29718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7pPr>
      <a:lvl8pPr marL="34290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8pPr>
      <a:lvl9pPr marL="38862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9pPr>
    </p:bodyStyle>
    <p:otherStyle>
      <a:defPPr>
        <a:defRPr lang="zh-CN"/>
      </a:defPPr>
      <a:lvl1pPr marL="0" algn="l" defTabSz="914400" rtl="0" eaLnBrk="1" latinLnBrk="0" hangingPunct="1">
        <a:defRPr lang="zh-CN" sz="1800" kern="1200">
          <a:solidFill>
            <a:schemeClr val="tx1"/>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p:nvPr>
        </p:nvSpPr>
        <p:spPr>
          <a:xfrm>
            <a:off x="422897" y="576263"/>
            <a:ext cx="5646541" cy="3304494"/>
          </a:xfrm>
        </p:spPr>
        <p:txBody>
          <a:bodyPr rtlCol="0"/>
          <a:lstStyle>
            <a:defPPr>
              <a:defRPr lang="zh-CN"/>
            </a:defPPr>
          </a:lstStyle>
          <a:p>
            <a:pPr rtl="0"/>
            <a:r>
              <a:rPr lang="zh-CN" dirty="0"/>
              <a:t>Institutional Mechanism and Evidence</a:t>
            </a:r>
            <a:endParaRPr lang="zh-CN" dirty="0"/>
          </a:p>
        </p:txBody>
      </p:sp>
      <p:sp>
        <p:nvSpPr>
          <p:cNvPr id="6" name="副标题 5"/>
          <p:cNvSpPr>
            <a:spLocks noGrp="1"/>
          </p:cNvSpPr>
          <p:nvPr>
            <p:ph type="body" sz="quarter" idx="10"/>
          </p:nvPr>
        </p:nvSpPr>
        <p:spPr>
          <a:xfrm>
            <a:off x="422275" y="4148138"/>
            <a:ext cx="5673726" cy="1528762"/>
          </a:xfrm>
        </p:spPr>
        <p:txBody>
          <a:bodyPr vert="horz" lIns="91440" tIns="45720" rIns="91440" bIns="45720" rtlCol="0" anchor="t">
            <a:normAutofit/>
          </a:bodyPr>
          <a:lstStyle>
            <a:defPPr>
              <a:defRPr lang="zh-CN"/>
            </a:defPPr>
          </a:lstStyle>
          <a:p>
            <a:pPr rtl="0"/>
            <a:r>
              <a:rPr lang="zh-CN" dirty="0"/>
              <a:t>Part 2 · Lung (2009), Interpreters and the Writing of History in China</a:t>
            </a:r>
            <a:endParaRPr lang="zh-C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7" y="365125"/>
            <a:ext cx="10778937" cy="1325563"/>
          </a:xfrm>
        </p:spPr>
        <p:txBody>
          <a:bodyPr rtlCol="0"/>
          <a:lstStyle>
            <a:defPPr>
              <a:defRPr lang="zh-CN"/>
            </a:defPPr>
          </a:lstStyle>
          <a:p>
            <a:pPr rtl="0"/>
            <a:r>
              <a:rPr lang="zh-CN"/>
              <a:t>The Institutional Mechanism: Four Steps</a:t>
            </a:r>
            <a:endParaRPr lang="zh-CN"/>
          </a:p>
        </p:txBody>
      </p:sp>
      <p:sp>
        <p:nvSpPr>
          <p:cNvPr id="3" name="内容占位符 2"/>
          <p:cNvSpPr>
            <a:spLocks noGrp="1"/>
          </p:cNvSpPr>
          <p:nvPr>
            <p:ph idx="1"/>
          </p:nvPr>
        </p:nvSpPr>
        <p:spPr>
          <a:xfrm>
            <a:off x="422899" y="2350108"/>
            <a:ext cx="10778221" cy="3609461"/>
          </a:xfrm>
        </p:spPr>
        <p:txBody>
          <a:bodyPr rtlCol="0"/>
          <a:lstStyle>
            <a:defPPr>
              <a:defRPr lang="zh-CN"/>
            </a:defPPr>
          </a:lstStyle>
          <a:p>
            <a:pPr rtl="0"/>
            <a:r>
              <a:rPr lang="zh-CN"/>
              <a:t>Step 1: Interview</a:t>
            </a:r>
            <a:endParaRPr lang="zh-CN"/>
          </a:p>
          <a:p>
            <a:pPr rtl="0"/>
            <a:r>
              <a:rPr lang="zh-CN"/>
              <a:t>Step 2: Interpreter</a:t>
            </a:r>
            <a:endParaRPr lang="zh-CN"/>
          </a:p>
          <a:p>
            <a:pPr rtl="0"/>
            <a:r>
              <a:rPr lang="zh-CN"/>
              <a:t>Step 3: Record</a:t>
            </a:r>
            <a:endParaRPr lang="zh-CN"/>
          </a:p>
          <a:p>
            <a:pPr rtl="0"/>
            <a:r>
              <a:rPr lang="zh-CN"/>
              <a:t>Step 4: Compilation</a:t>
            </a:r>
            <a:endParaRPr lang="zh-CN"/>
          </a:p>
        </p:txBody>
      </p:sp>
      <p:sp>
        <p:nvSpPr>
          <p:cNvPr id="39" name="灯片编号占位符 38"/>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幻灯片编号占位符 5"/>
          <p:cNvSpPr txBox="1"/>
          <p:nvPr/>
        </p:nvSpPr>
        <p:spPr>
          <a:xfrm>
            <a:off x="11503152" y="0"/>
            <a:ext cx="685800" cy="685800"/>
          </a:xfrm>
          <a:prstGeom prst="rect">
            <a:avLst/>
          </a:prstGeom>
        </p:spPr>
        <p:txBody>
          <a:bodyPr vert="horz" lIns="91440" tIns="45720" rIns="91440" bIns="45720" rtlCol="0" anchor="ctr"/>
          <a:lstStyle>
            <a:defPPr>
              <a:defRPr lang="zh-CN"/>
            </a:defPPr>
            <a:lvl1pPr marL="0" algn="ctr" defTabSz="914400" rtl="0" eaLnBrk="1" latinLnBrk="0" hangingPunct="1">
              <a:defRPr lang="zh-CN" sz="1200" kern="1200">
                <a:solidFill>
                  <a:schemeClr val="tx2"/>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a:lstStyle>
          <a:p>
            <a:pPr rtl="0"/>
            <a:fld id="{3A4F6043-7A67-491B-98BC-F933DED7226D}" type="slidenum">
              <a:rPr lang="zh-CN" smtClean="0"/>
            </a:fld>
            <a:endParaRPr lang="zh-C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10660350" cy="1325563"/>
          </a:xfrm>
        </p:spPr>
        <p:txBody>
          <a:bodyPr rtlCol="0">
            <a:normAutofit/>
          </a:bodyPr>
          <a:lstStyle>
            <a:defPPr>
              <a:defRPr lang="zh-CN"/>
            </a:defPPr>
          </a:lstStyle>
          <a:p>
            <a:pPr rtl="0"/>
            <a:r>
              <a:rPr lang="zh-CN" dirty="0"/>
              <a:t>Steps 1–2: Interview and Interpreter</a:t>
            </a:r>
            <a:endParaRPr lang="zh-CN" dirty="0"/>
          </a:p>
        </p:txBody>
      </p:sp>
      <p:sp>
        <p:nvSpPr>
          <p:cNvPr id="4" name="内容占位符 3"/>
          <p:cNvSpPr>
            <a:spLocks noGrp="1"/>
          </p:cNvSpPr>
          <p:nvPr>
            <p:ph sz="half" idx="2"/>
          </p:nvPr>
        </p:nvSpPr>
        <p:spPr>
          <a:xfrm>
            <a:off x="422178" y="2198914"/>
            <a:ext cx="5157787" cy="3455925"/>
          </a:xfrm>
        </p:spPr>
        <p:txBody>
          <a:bodyPr vert="horz" lIns="91440" tIns="45720" rIns="91440" bIns="45720" rtlCol="0" anchor="t">
            <a:normAutofit/>
          </a:bodyPr>
          <a:lstStyle>
            <a:defPPr>
              <a:defRPr lang="zh-CN"/>
            </a:defPPr>
          </a:lstStyle>
          <a:p>
            <a:pPr rtl="0"/>
            <a:r>
              <a:rPr lang="zh-CN" dirty="0"/>
              <a:t>Step 1: The Court asked every mission a fixed list of questions (Tang Huiyao):</a:t>
            </a:r>
            <a:endParaRPr lang="zh-CN" dirty="0"/>
          </a:p>
          <a:p>
            <a:pPr lvl="1" rtl="0"/>
            <a:r>
              <a:rPr lang="zh-CN" dirty="0"/>
              <a:t>Land and customs</a:t>
            </a:r>
            <a:endParaRPr lang="zh-CN" dirty="0"/>
          </a:p>
          <a:p>
            <a:pPr lvl="1" rtl="0"/>
            <a:r>
              <a:rPr lang="zh-CN" dirty="0"/>
              <a:t>Dress and tribute</a:t>
            </a:r>
            <a:endParaRPr lang="zh-CN" dirty="0"/>
          </a:p>
          <a:p>
            <a:pPr lvl="1" rtl="0"/>
            <a:r>
              <a:rPr lang="zh-CN" dirty="0"/>
              <a:t>Distance and route</a:t>
            </a:r>
            <a:endParaRPr lang="zh-CN" dirty="0"/>
          </a:p>
          <a:p>
            <a:pPr lvl="1" rtl="0"/>
            <a:r>
              <a:rPr lang="zh-CN" dirty="0"/>
              <a:t>Names of leaders</a:t>
            </a:r>
            <a:endParaRPr lang="zh-CN" dirty="0"/>
          </a:p>
        </p:txBody>
      </p:sp>
      <p:sp>
        <p:nvSpPr>
          <p:cNvPr id="33" name="灯片编号占位符 32"/>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6" name="内容占位符 5"/>
          <p:cNvSpPr>
            <a:spLocks noGrp="1"/>
          </p:cNvSpPr>
          <p:nvPr>
            <p:ph sz="half" idx="13"/>
          </p:nvPr>
        </p:nvSpPr>
        <p:spPr>
          <a:xfrm>
            <a:off x="5924741" y="2198913"/>
            <a:ext cx="5157787" cy="3455925"/>
          </a:xfrm>
        </p:spPr>
        <p:txBody>
          <a:bodyPr vert="horz" lIns="91440" tIns="45720" rIns="91440" bIns="45720" rtlCol="0" anchor="t">
            <a:normAutofit/>
          </a:bodyPr>
          <a:lstStyle>
            <a:defPPr>
              <a:defRPr lang="zh-CN"/>
            </a:defPPr>
          </a:lstStyle>
          <a:p>
            <a:pPr rtl="0"/>
            <a:r>
              <a:rPr lang="zh-CN" dirty="0"/>
              <a:t>Step 2: The envoy and the officials did not share a language.</a:t>
            </a:r>
            <a:endParaRPr lang="zh-CN" dirty="0"/>
          </a:p>
          <a:p>
            <a:pPr lvl="1" rtl="0"/>
            <a:r>
              <a:rPr lang="zh-CN" dirty="0"/>
              <a:t>Officials from other offices sometimes joined</a:t>
            </a:r>
            <a:endParaRPr lang="zh-CN" dirty="0"/>
          </a:p>
          <a:p>
            <a:pPr lvl="1" rtl="0"/>
            <a:r>
              <a:rPr lang="zh-CN" dirty="0"/>
              <a:t>Everyone heard the envoy through the interpreter</a:t>
            </a:r>
            <a:endParaRPr lang="zh-C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10660350" cy="1325563"/>
          </a:xfrm>
        </p:spPr>
        <p:txBody>
          <a:bodyPr rtlCol="0">
            <a:normAutofit/>
          </a:bodyPr>
          <a:lstStyle>
            <a:defPPr>
              <a:defRPr lang="zh-CN"/>
            </a:defPPr>
          </a:lstStyle>
          <a:p>
            <a:pPr rtl="0"/>
            <a:r>
              <a:rPr lang="zh-CN" dirty="0"/>
              <a:t>Steps 3–4: Record and Compilation</a:t>
            </a:r>
            <a:endParaRPr lang="zh-CN" dirty="0"/>
          </a:p>
        </p:txBody>
      </p:sp>
      <p:sp>
        <p:nvSpPr>
          <p:cNvPr id="4" name="内容占位符 3"/>
          <p:cNvSpPr>
            <a:spLocks noGrp="1"/>
          </p:cNvSpPr>
          <p:nvPr>
            <p:ph sz="half" idx="2"/>
          </p:nvPr>
        </p:nvSpPr>
        <p:spPr>
          <a:xfrm>
            <a:off x="422178" y="2198914"/>
            <a:ext cx="5157787" cy="3455925"/>
          </a:xfrm>
        </p:spPr>
        <p:txBody>
          <a:bodyPr vert="horz" lIns="91440" tIns="45720" rIns="91440" bIns="45720" rtlCol="0" anchor="t">
            <a:normAutofit/>
          </a:bodyPr>
          <a:lstStyle>
            <a:defPPr>
              <a:defRPr lang="zh-CN"/>
            </a:defPPr>
          </a:lstStyle>
          <a:p>
            <a:pPr rtl="0"/>
            <a:r>
              <a:rPr lang="zh-CN" dirty="0"/>
              <a:t>Step 3: The record</a:t>
            </a:r>
            <a:endParaRPr lang="zh-CN" dirty="0"/>
          </a:p>
          <a:p>
            <a:pPr lvl="1" rtl="0"/>
            <a:r>
              <a:rPr lang="zh-CN" dirty="0"/>
              <a:t>Maps of the foreign places</a:t>
            </a:r>
            <a:endParaRPr lang="zh-CN" dirty="0"/>
          </a:p>
          <a:p>
            <a:pPr lvl="1" rtl="0"/>
            <a:r>
              <a:rPr lang="zh-CN" dirty="0"/>
              <a:t>Portraits of the envoys</a:t>
            </a:r>
            <a:endParaRPr lang="zh-CN" dirty="0"/>
          </a:p>
          <a:p>
            <a:pPr lvl="1" rtl="0"/>
            <a:r>
              <a:rPr lang="zh-CN" dirty="0"/>
              <a:t>Copies to the Secretariat; originals kept in the Court</a:t>
            </a:r>
            <a:endParaRPr lang="zh-CN" dirty="0"/>
          </a:p>
          <a:p>
            <a:pPr lvl="1" rtl="0"/>
            <a:r>
              <a:rPr lang="zh-CN" dirty="0"/>
              <a:t>A written report to the Bureau</a:t>
            </a:r>
            <a:endParaRPr lang="zh-CN" dirty="0"/>
          </a:p>
        </p:txBody>
      </p:sp>
      <p:sp>
        <p:nvSpPr>
          <p:cNvPr id="33" name="灯片编号占位符 32"/>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6" name="内容占位符 5"/>
          <p:cNvSpPr>
            <a:spLocks noGrp="1"/>
          </p:cNvSpPr>
          <p:nvPr>
            <p:ph sz="half" idx="13"/>
          </p:nvPr>
        </p:nvSpPr>
        <p:spPr>
          <a:xfrm>
            <a:off x="5924741" y="2198913"/>
            <a:ext cx="5157787" cy="3455925"/>
          </a:xfrm>
        </p:spPr>
        <p:txBody>
          <a:bodyPr vert="horz" lIns="91440" tIns="45720" rIns="91440" bIns="45720" rtlCol="0" anchor="t">
            <a:normAutofit/>
          </a:bodyPr>
          <a:lstStyle>
            <a:defPPr>
              <a:defRPr lang="zh-CN"/>
            </a:defPPr>
          </a:lstStyle>
          <a:p>
            <a:pPr rtl="0"/>
            <a:r>
              <a:rPr lang="zh-CN" dirty="0"/>
              <a:t>Step 4: Compilation</a:t>
            </a:r>
            <a:endParaRPr lang="zh-CN" dirty="0"/>
          </a:p>
          <a:p>
            <a:pPr lvl="1" rtl="0"/>
            <a:r>
              <a:rPr lang="zh-CN" dirty="0"/>
              <a:t>Historians may have copied or changed the reports</a:t>
            </a:r>
            <a:endParaRPr lang="zh-CN" dirty="0"/>
          </a:p>
          <a:p>
            <a:pPr lvl="1" rtl="0"/>
            <a:r>
              <a:rPr lang="zh-CN" dirty="0"/>
              <a:t>For a faraway country, the interview could be the only direct source</a:t>
            </a:r>
            <a:endParaRPr lang="zh-CN" dirty="0"/>
          </a:p>
          <a:p>
            <a:pPr lvl="1" rtl="0"/>
            <a:r>
              <a:rPr lang="zh-CN" dirty="0"/>
              <a:t>So interpreters' notes could be used</a:t>
            </a:r>
            <a:endParaRPr lang="zh-C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0624" y="365125"/>
            <a:ext cx="10654936" cy="1325563"/>
          </a:xfrm>
        </p:spPr>
        <p:txBody>
          <a:bodyPr rtlCol="0"/>
          <a:lstStyle>
            <a:defPPr>
              <a:defRPr lang="zh-CN"/>
            </a:defPPr>
          </a:lstStyle>
          <a:p>
            <a:pPr rtl="0"/>
            <a:r>
              <a:rPr lang="zh-CN" dirty="0"/>
              <a:t>Case 1: Kirghiz Envoys, AD 843</a:t>
            </a:r>
            <a:endParaRPr lang="zh-CN" dirty="0"/>
          </a:p>
        </p:txBody>
      </p:sp>
      <p:sp>
        <p:nvSpPr>
          <p:cNvPr id="33" name="灯片编号占位符 32"/>
          <p:cNvSpPr>
            <a:spLocks noGrp="1"/>
          </p:cNvSpPr>
          <p:nvPr>
            <p:ph type="sldNum" sz="quarter" idx="1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内容占位符 3"/>
          <p:cNvSpPr>
            <a:spLocks noGrp="1"/>
          </p:cNvSpPr>
          <p:nvPr>
            <p:ph sz="half" idx="15"/>
          </p:nvPr>
        </p:nvSpPr>
        <p:spPr>
          <a:xfrm>
            <a:off x="422178" y="2198914"/>
            <a:ext cx="4900000" cy="3455925"/>
          </a:xfrm>
        </p:spPr>
        <p:txBody>
          <a:bodyPr rtlCol="0"/>
          <a:lstStyle>
            <a:defPPr>
              <a:defRPr lang="zh-CN"/>
            </a:defPPr>
          </a:lstStyle>
          <a:p>
            <a:pPr rtl="0"/>
            <a:r>
              <a:rPr lang="zh-CN" dirty="0"/>
              <a:t>Xin Tangshu: the emperor told an interpreter to ask about the Kirghiz land and customs.</a:t>
            </a:r>
            <a:endParaRPr lang="zh-CN" dirty="0"/>
          </a:p>
          <a:p>
            <a:pPr lvl="1" rtl="0"/>
            <a:r>
              <a:rPr lang="zh-CN" dirty="0"/>
              <a:t>Interview</a:t>
            </a:r>
            <a:endParaRPr lang="zh-CN" dirty="0"/>
          </a:p>
          <a:p>
            <a:pPr lvl="1" rtl="0"/>
            <a:r>
              <a:rPr lang="zh-CN" dirty="0"/>
              <a:t>Painting of the envoys</a:t>
            </a:r>
            <a:endParaRPr lang="zh-CN" dirty="0"/>
          </a:p>
          <a:p>
            <a:pPr lvl="1" rtl="0"/>
            <a:r>
              <a:rPr lang="zh-CN" dirty="0"/>
              <a:t>Report from Li Deyu</a:t>
            </a:r>
            <a:endParaRPr lang="zh-CN" dirty="0"/>
          </a:p>
          <a:p>
            <a:pPr lvl="1" rtl="0"/>
            <a:r>
              <a:rPr lang="zh-CN" dirty="0"/>
              <a:t>The interpreter asks the questions himself, and does more than pass on words</a:t>
            </a:r>
            <a:endParaRPr lang="zh-CN" dirty="0"/>
          </a:p>
        </p:txBody>
      </p:sp>
      <p:pic>
        <p:nvPicPr>
          <p:cNvPr id="34" name="Bunian Tu" descr="Tang painting Bunian Tu: an envoy is received at court, with an interpreter standing at far left"/>
          <p:cNvPicPr>
            <a:picLocks noChangeAspect="1"/>
          </p:cNvPicPr>
          <p:nvPr/>
        </p:nvPicPr>
        <p:blipFill>
          <a:blip r:embed="rId3"/>
          <a:stretch>
            <a:fillRect/>
          </a:stretch>
        </p:blipFill>
        <p:spPr>
          <a:xfrm>
            <a:off x="5900000" y="2300000"/>
            <a:ext cx="5150000" cy="2575000"/>
          </a:xfrm>
          <a:prstGeom prst="rect">
            <a:avLst/>
          </a:prstGeom>
        </p:spPr>
      </p:pic>
      <p:sp>
        <p:nvSpPr>
          <p:cNvPr id="35" name="Bunian Tu caption"/>
          <p:cNvSpPr txBox="1"/>
          <p:nvPr/>
        </p:nvSpPr>
        <p:spPr>
          <a:xfrm>
            <a:off x="5900000" y="4965000"/>
            <a:ext cx="5150000" cy="800000"/>
          </a:xfrm>
          <a:prstGeom prst="rect">
            <a:avLst/>
          </a:prstGeom>
          <a:noFill/>
        </p:spPr>
        <p:txBody>
          <a:bodyPr wrap="square" lIns="0" rIns="0">
            <a:spAutoFit/>
          </a:bodyPr>
          <a:lstStyle/>
          <a:p>
            <a:r>
              <a:rPr sz="1200" i="1">
                <a:solidFill>
                  <a:schemeClr val="tx2"/>
                </a:solidFill>
                <a:latin typeface="Times New Roman"/>
              </a:rPr>
              <a:t>A Tang court scene: Emperor Taizong receives a Tibetan envoy; the interpreter stands at far left (Bunian Tu, Palace Museum, Beijing). The Kirghiz painting has not survived.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9733538" cy="1325563"/>
          </a:xfrm>
        </p:spPr>
        <p:txBody>
          <a:bodyPr rtlCol="0"/>
          <a:lstStyle>
            <a:defPPr>
              <a:defRPr lang="zh-CN"/>
            </a:defPPr>
          </a:lstStyle>
          <a:p>
            <a:pPr rtl="0"/>
            <a:r>
              <a:rPr lang="zh-CN" dirty="0"/>
              <a:t>Case 2: The Sui Dynasty, AD 600</a:t>
            </a:r>
            <a:endParaRPr lang="zh-CN" dirty="0"/>
          </a:p>
        </p:txBody>
      </p:sp>
      <p:sp>
        <p:nvSpPr>
          <p:cNvPr id="3" name="内容占位符 2"/>
          <p:cNvSpPr>
            <a:spLocks noGrp="1"/>
          </p:cNvSpPr>
          <p:nvPr>
            <p:ph idx="1"/>
          </p:nvPr>
        </p:nvSpPr>
        <p:spPr>
          <a:xfrm>
            <a:off x="419106" y="2198915"/>
            <a:ext cx="6300000" cy="3345316"/>
          </a:xfrm>
        </p:spPr>
        <p:txBody>
          <a:bodyPr rtlCol="0">
            <a:normAutofit/>
          </a:bodyPr>
          <a:lstStyle>
            <a:defPPr>
              <a:defRPr lang="zh-CN"/>
            </a:defPPr>
          </a:lstStyle>
          <a:p>
            <a:pPr rtl="0"/>
            <a:r>
              <a:rPr lang="zh-CN" dirty="0"/>
              <a:t>The Suishu mostly describes events, not conversations</a:t>
            </a:r>
            <a:endParaRPr lang="zh-CN" dirty="0"/>
          </a:p>
          <a:p>
            <a:pPr rtl="0"/>
            <a:r>
              <a:rPr lang="zh-CN" dirty="0"/>
              <a:t>Yet it keeps a Yamato envoy's answer about Japanese customs</a:t>
            </a:r>
            <a:endParaRPr lang="zh-CN" dirty="0"/>
          </a:p>
          <a:p>
            <a:pPr rtl="0"/>
            <a:r>
              <a:rPr lang="zh-CN" dirty="0"/>
              <a:t>His ruler saw Heaven as her elder brother and the sun as her younger brother</a:t>
            </a:r>
            <a:endParaRPr lang="zh-CN" dirty="0"/>
          </a:p>
          <a:p>
            <a:pPr rtl="0"/>
            <a:r>
              <a:rPr lang="zh-CN" dirty="0"/>
              <a:t>Lung: an interpreter's account, written almost straight into the history</a:t>
            </a:r>
            <a:endParaRPr lang="zh-CN" dirty="0"/>
          </a:p>
          <a:p>
            <a:pPr rtl="0"/>
            <a:r>
              <a:rPr lang="zh-CN" dirty="0"/>
              <a:t>So the practice is older than the Tang</a:t>
            </a:r>
            <a:endParaRPr lang="zh-CN" dirty="0"/>
          </a:p>
        </p:txBody>
      </p:sp>
      <p:sp>
        <p:nvSpPr>
          <p:cNvPr id="35" name="灯片编号占位符 34"/>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幻灯片编号占位符 5"/>
          <p:cNvSpPr txBox="1"/>
          <p:nvPr/>
        </p:nvSpPr>
        <p:spPr>
          <a:xfrm>
            <a:off x="11503152" y="0"/>
            <a:ext cx="685800" cy="685800"/>
          </a:xfrm>
          <a:prstGeom prst="rect">
            <a:avLst/>
          </a:prstGeom>
        </p:spPr>
        <p:txBody>
          <a:bodyPr vert="horz" lIns="91440" tIns="45720" rIns="91440" bIns="45720" rtlCol="0" anchor="ctr"/>
          <a:lstStyle>
            <a:defPPr>
              <a:defRPr lang="zh-CN"/>
            </a:defPPr>
            <a:lvl1pPr marL="0" algn="ctr" defTabSz="914400" rtl="0" eaLnBrk="1" latinLnBrk="0" hangingPunct="1">
              <a:defRPr lang="zh-CN" sz="1200" kern="1200">
                <a:solidFill>
                  <a:schemeClr val="tx2"/>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a:lstStyle>
          <a:p>
            <a:pPr rtl="0"/>
            <a:fld id="{3A4F6043-7A67-491B-98BC-F933DED7226D}" type="slidenum">
              <a:rPr lang="zh-CN" smtClean="0"/>
            </a:fld>
            <a:endParaRPr lang="zh-CN" dirty="0"/>
          </a:p>
        </p:txBody>
      </p:sp>
      <p:pic>
        <p:nvPicPr>
          <p:cNvPr id="36" name="Yamato envoy" descr="Portrait of a Yamato envoy with a column of text, from the Zhigong Tu"/>
          <p:cNvPicPr>
            <a:picLocks noChangeAspect="1"/>
          </p:cNvPicPr>
          <p:nvPr/>
        </p:nvPicPr>
        <p:blipFill>
          <a:blip r:embed="rId3"/>
          <a:stretch>
            <a:fillRect/>
          </a:stretch>
        </p:blipFill>
        <p:spPr>
          <a:xfrm>
            <a:off x="7500000" y="2200000"/>
            <a:ext cx="1956522" cy="3000000"/>
          </a:xfrm>
          <a:prstGeom prst="rect">
            <a:avLst/>
          </a:prstGeom>
        </p:spPr>
      </p:pic>
      <p:sp>
        <p:nvSpPr>
          <p:cNvPr id="37" name="Yamato caption"/>
          <p:cNvSpPr txBox="1"/>
          <p:nvPr/>
        </p:nvSpPr>
        <p:spPr>
          <a:xfrm>
            <a:off x="7500000" y="5290000"/>
            <a:ext cx="2900000" cy="800000"/>
          </a:xfrm>
          <a:prstGeom prst="rect">
            <a:avLst/>
          </a:prstGeom>
          <a:noFill/>
        </p:spPr>
        <p:txBody>
          <a:bodyPr wrap="square" lIns="0" rIns="0">
            <a:spAutoFit/>
          </a:bodyPr>
          <a:lstStyle/>
          <a:p>
            <a:r>
              <a:rPr sz="1200" i="1">
                <a:solidFill>
                  <a:schemeClr val="tx2"/>
                </a:solidFill>
                <a:latin typeface="Times New Roman"/>
              </a:rPr>
              <a:t>Yamato envoy in the Zhigong Tu (Liang period, before the Sui)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420623" y="365760"/>
            <a:ext cx="11067089" cy="1325880"/>
          </a:xfrm>
        </p:spPr>
        <p:txBody>
          <a:bodyPr rtlCol="0"/>
          <a:lstStyle>
            <a:defPPr>
              <a:defRPr lang="zh-CN"/>
            </a:defPPr>
          </a:lstStyle>
          <a:p>
            <a:pPr rtl="0"/>
            <a:r>
              <a:rPr lang="zh-CN"/>
              <a:t>Case 3: Zhigong Tu and Liangshu</a:t>
            </a:r>
            <a:endParaRPr lang="zh-CN"/>
          </a:p>
        </p:txBody>
      </p:sp>
      <p:sp>
        <p:nvSpPr>
          <p:cNvPr id="2" name="文本占位符 1"/>
          <p:cNvSpPr>
            <a:spLocks noGrp="1"/>
          </p:cNvSpPr>
          <p:nvPr>
            <p:ph type="body" sz="quarter" idx="11"/>
          </p:nvPr>
        </p:nvSpPr>
        <p:spPr>
          <a:xfrm>
            <a:off x="420624" y="2189377"/>
            <a:ext cx="3568990" cy="3517679"/>
          </a:xfrm>
        </p:spPr>
        <p:txBody>
          <a:bodyPr rtlCol="0"/>
          <a:lstStyle>
            <a:defPPr>
              <a:defRPr lang="zh-CN"/>
            </a:defPPr>
          </a:lstStyle>
          <a:p>
            <a:pPr rtl="0"/>
            <a:r>
              <a:rPr lang="zh-CN"/>
              <a:t>A 6th-century painting; its texts follow the Tang question list</a:t>
            </a:r>
            <a:endParaRPr lang="zh-CN"/>
          </a:p>
          <a:p>
            <a:pPr rtl="0"/>
            <a:r>
              <a:rPr lang="zh-CN"/>
              <a:t>Liangshu (AD 636) repeats many texts almost word for word</a:t>
            </a:r>
            <a:endParaRPr lang="zh-CN"/>
          </a:p>
          <a:p>
            <a:pPr rtl="0"/>
            <a:r>
              <a:rPr lang="zh-CN"/>
              <a:t>Hephthalites 95%, Dengzhi 90%, Langya Xiu 85%</a:t>
            </a:r>
            <a:endParaRPr lang="zh-CN"/>
          </a:p>
          <a:p>
            <a:pPr rtl="0"/>
            <a:r>
              <a:rPr lang="zh-CN"/>
              <a:t>Lung's figures are rough, but no accident</a:t>
            </a:r>
            <a:endParaRPr lang="zh-CN"/>
          </a:p>
        </p:txBody>
      </p:sp>
      <p:sp>
        <p:nvSpPr>
          <p:cNvPr id="13" name="灯片编号占位符 12"/>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pic>
        <p:nvPicPr>
          <p:cNvPr id="14" name="Langya Xiu envoy" descr="Langya Xiu envoy and its text in the Zhigong Tu"/>
          <p:cNvPicPr>
            <a:picLocks noChangeAspect="1"/>
          </p:cNvPicPr>
          <p:nvPr/>
        </p:nvPicPr>
        <p:blipFill>
          <a:blip r:embed="rId3"/>
          <a:stretch>
            <a:fillRect/>
          </a:stretch>
        </p:blipFill>
        <p:spPr>
          <a:xfrm>
            <a:off x="4900000" y="2200000"/>
            <a:ext cx="2244246" cy="3000000"/>
          </a:xfrm>
          <a:prstGeom prst="rect">
            <a:avLst/>
          </a:prstGeom>
        </p:spPr>
      </p:pic>
      <p:pic>
        <p:nvPicPr>
          <p:cNvPr id="15" name="Dengzhi envoy" descr="Dengzhi envoy and its text in the Zhigong Tu"/>
          <p:cNvPicPr>
            <a:picLocks noChangeAspect="1"/>
          </p:cNvPicPr>
          <p:nvPr/>
        </p:nvPicPr>
        <p:blipFill>
          <a:blip r:embed="rId4"/>
          <a:stretch>
            <a:fillRect/>
          </a:stretch>
        </p:blipFill>
        <p:spPr>
          <a:xfrm>
            <a:off x="7494246" y="2200000"/>
            <a:ext cx="1652268" cy="3000000"/>
          </a:xfrm>
          <a:prstGeom prst="rect">
            <a:avLst/>
          </a:prstGeom>
        </p:spPr>
      </p:pic>
      <p:sp>
        <p:nvSpPr>
          <p:cNvPr id="16" name="Langya caption"/>
          <p:cNvSpPr txBox="1"/>
          <p:nvPr/>
        </p:nvSpPr>
        <p:spPr>
          <a:xfrm>
            <a:off x="4900000" y="5290000"/>
            <a:ext cx="2444246" cy="600000"/>
          </a:xfrm>
          <a:prstGeom prst="rect">
            <a:avLst/>
          </a:prstGeom>
          <a:noFill/>
        </p:spPr>
        <p:txBody>
          <a:bodyPr wrap="square" lIns="0" rIns="0">
            <a:spAutoFit/>
          </a:bodyPr>
          <a:lstStyle/>
          <a:p>
            <a:r>
              <a:rPr sz="1200" i="1">
                <a:solidFill>
                  <a:schemeClr val="tx2"/>
                </a:solidFill>
                <a:latin typeface="Times New Roman"/>
              </a:rPr>
              <a:t>Langya Xiu: about 85% match</a:t>
            </a:r>
          </a:p>
        </p:txBody>
      </p:sp>
      <p:sp>
        <p:nvSpPr>
          <p:cNvPr id="17" name="Dengzhi caption"/>
          <p:cNvSpPr txBox="1"/>
          <p:nvPr/>
        </p:nvSpPr>
        <p:spPr>
          <a:xfrm>
            <a:off x="7494246" y="5290000"/>
            <a:ext cx="2152268" cy="600000"/>
          </a:xfrm>
          <a:prstGeom prst="rect">
            <a:avLst/>
          </a:prstGeom>
          <a:noFill/>
        </p:spPr>
        <p:txBody>
          <a:bodyPr wrap="square" lIns="0" rIns="0">
            <a:spAutoFit/>
          </a:bodyPr>
          <a:lstStyle/>
          <a:p>
            <a:r>
              <a:rPr sz="1200" i="1">
                <a:solidFill>
                  <a:schemeClr val="tx2"/>
                </a:solidFill>
                <a:latin typeface="Times New Roman"/>
              </a:rPr>
              <a:t>Dengzhi: about 90% match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0624" y="365125"/>
            <a:ext cx="10654936" cy="1325563"/>
          </a:xfrm>
        </p:spPr>
        <p:txBody>
          <a:bodyPr rtlCol="0"/>
          <a:lstStyle>
            <a:defPPr>
              <a:defRPr lang="zh-CN"/>
            </a:defPPr>
          </a:lstStyle>
          <a:p>
            <a:pPr rtl="0"/>
            <a:r>
              <a:rPr lang="zh-CN" dirty="0"/>
              <a:t>The Chain and Its Weak Spot</a:t>
            </a:r>
            <a:endParaRPr lang="zh-CN" dirty="0"/>
          </a:p>
        </p:txBody>
      </p:sp>
      <p:sp>
        <p:nvSpPr>
          <p:cNvPr id="6" name="内容占位符 5"/>
          <p:cNvSpPr>
            <a:spLocks noGrp="1"/>
          </p:cNvSpPr>
          <p:nvPr>
            <p:ph sz="quarter" idx="4"/>
          </p:nvPr>
        </p:nvSpPr>
        <p:spPr>
          <a:xfrm>
            <a:off x="7105342" y="2198914"/>
            <a:ext cx="3970218" cy="3445987"/>
          </a:xfrm>
        </p:spPr>
        <p:txBody>
          <a:bodyPr rtlCol="0"/>
          <a:lstStyle>
            <a:defPPr>
              <a:defRPr lang="zh-CN"/>
            </a:defPPr>
          </a:lstStyle>
          <a:p>
            <a:pPr rtl="0"/>
            <a:r>
              <a:rPr lang="zh-CN" dirty="0"/>
              <a:t>No interpreter's notes have survived</a:t>
            </a:r>
            <a:endParaRPr lang="zh-CN" dirty="0"/>
          </a:p>
          <a:p>
            <a:pPr rtl="0"/>
            <a:r>
              <a:rPr lang="zh-CN" dirty="0"/>
              <a:t>So the link is a good guess, not proof</a:t>
            </a:r>
            <a:endParaRPr lang="zh-CN" dirty="0"/>
          </a:p>
          <a:p>
            <a:pPr rtl="0"/>
            <a:r>
              <a:rPr lang="zh-CN" dirty="0"/>
              <a:t>How strong is the guess?</a:t>
            </a:r>
            <a:endParaRPr lang="zh-CN" dirty="0"/>
          </a:p>
        </p:txBody>
      </p:sp>
      <p:sp>
        <p:nvSpPr>
          <p:cNvPr id="33" name="灯片编号占位符 32"/>
          <p:cNvSpPr>
            <a:spLocks noGrp="1"/>
          </p:cNvSpPr>
          <p:nvPr>
            <p:ph type="sldNum" sz="quarter" idx="1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内容占位符 3"/>
          <p:cNvSpPr>
            <a:spLocks noGrp="1"/>
          </p:cNvSpPr>
          <p:nvPr>
            <p:ph sz="half" idx="15"/>
          </p:nvPr>
        </p:nvSpPr>
        <p:spPr>
          <a:xfrm>
            <a:off x="422178" y="2198914"/>
            <a:ext cx="5055984" cy="3455925"/>
          </a:xfrm>
        </p:spPr>
        <p:txBody>
          <a:bodyPr rtlCol="0"/>
          <a:lstStyle>
            <a:defPPr>
              <a:defRPr lang="zh-CN"/>
            </a:defPPr>
          </a:lstStyle>
          <a:p>
            <a:pPr rtl="0"/>
            <a:r>
              <a:rPr lang="zh-CN" dirty="0"/>
              <a:t>From interview to official history:</a:t>
            </a:r>
            <a:endParaRPr lang="zh-CN" dirty="0"/>
          </a:p>
          <a:p>
            <a:pPr lvl="1" rtl="0"/>
            <a:r>
              <a:rPr lang="zh-CN" dirty="0"/>
              <a:t>Interview</a:t>
            </a:r>
            <a:endParaRPr lang="zh-CN" dirty="0"/>
          </a:p>
          <a:p>
            <a:pPr lvl="1" rtl="0"/>
            <a:r>
              <a:rPr lang="zh-CN" dirty="0"/>
              <a:t>Interpreter's report</a:t>
            </a:r>
            <a:endParaRPr lang="zh-CN" dirty="0"/>
          </a:p>
          <a:p>
            <a:pPr lvl="1" rtl="0"/>
            <a:r>
              <a:rPr lang="zh-CN" dirty="0"/>
              <a:t>The Bureau</a:t>
            </a:r>
            <a:endParaRPr lang="zh-CN" dirty="0"/>
          </a:p>
          <a:p>
            <a:pPr lvl="1" rtl="0"/>
            <a:r>
              <a:rPr lang="zh-CN" dirty="0"/>
              <a:t>The official history</a:t>
            </a:r>
            <a:endParaRPr lang="zh-CN" dirty="0"/>
          </a:p>
        </p:txBody>
      </p:sp>
    </p:spTree>
  </p:cSld>
  <p:clrMapOvr>
    <a:masterClrMapping/>
  </p:clrMapOvr>
</p:sld>
</file>

<file path=ppt/theme/theme1.xml><?xml version="1.0" encoding="utf-8"?>
<a:theme xmlns:a="http://schemas.openxmlformats.org/drawingml/2006/main" name="OffsetVTI">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ante">
      <a:majorFont>
        <a:latin typeface="Times New Roman"/>
        <a:ea typeface=""/>
        <a:cs typeface="Times New Roman"/>
      </a:majorFont>
      <a:minorFont>
        <a:latin typeface="Times New Roman"/>
        <a:ea typeface=""/>
        <a:cs typeface="Times New Roma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versionID="60f5a4f2d2b0abadcf532d48ebf9cb71" contentTypeScope="" contentTypeDescription="Create a new document." _="" contentTypeName="Document" contentTypeID="0x01010079F111ED35F8CC479449609E8A0923A6" contentTypeVersion="28">
  <xsd:schema xmlns:xsd="http://www.w3.org/2001/XMLSchema" xmlns:ma="http://schemas.microsoft.com/office/2006/metadata/properties/metaAttributes" ma:root="true" targetNamespace="http://schemas.microsoft.com/office/2006/metadata/properties" _="" ma:fieldsID="7dd78129e6a1811f84807ad11c651531">
    <xsd:import xmlns:xsd="http://www.w3.org/2001/XMLSchema" namespace="http://schemas.microsoft.com/sharepoint/v3"/>
    <xsd:import xmlns:xsd="http://www.w3.org/2001/XMLSchema" namespace="71af3243-3dd4-4a8d-8c0d-dd76da1f02a5"/>
    <xsd:import xmlns:xsd="http://www.w3.org/2001/XMLSchema" namespace="16c05727-aa75-4e4a-9b5f-8a80a1165891"/>
    <xsd:import xmlns:xsd="http://www.w3.org/2001/XMLSchema" namespace="230e9df3-be65-4c73-a93b-d1236ebd677e"/>
    <xsd:element xmlns:xsd="http://www.w3.org/2001/XMLSchema" name="properties">
      <xsd:complexType xmlns:xsd="http://www.w3.org/2001/XMLSchema">
        <xsd:sequence xmlns:xsd="http://www.w3.org/2001/XMLSchema">
          <xsd:element xmlns:xsd="http://www.w3.org/2001/XMLSchema" name="documentManagement">
            <xsd:complexType xmlns:xsd="http://www.w3.org/2001/XMLSchema">
              <xsd:all xmlns:xsd="http://www.w3.org/2001/XMLSchema">
                <xsd:element xmlns:xsd="http://www.w3.org/2001/XMLSchema" ref="ns2:Status" minOccurs="0"/>
                <xsd:element xmlns:xsd="http://www.w3.org/2001/XMLSchema" ref="ns2:Image" minOccurs="0"/>
                <xsd:element xmlns:xsd="http://www.w3.org/2001/XMLSchema" ref="ns2:MediaServiceMetadata" minOccurs="0"/>
                <xsd:element xmlns:xsd="http://www.w3.org/2001/XMLSchema" ref="ns2:MediaServiceFastMetadata" minOccurs="0"/>
                <xsd:element xmlns:xsd="http://www.w3.org/2001/XMLSchema" ref="ns2:MediaServiceOCR" minOccurs="0"/>
                <xsd:element xmlns:xsd="http://www.w3.org/2001/XMLSchema" ref="ns2:MediaServiceAutoTags" minOccurs="0"/>
                <xsd:element xmlns:xsd="http://www.w3.org/2001/XMLSchema" ref="ns2:MediaServiceEventHashCode" minOccurs="0"/>
                <xsd:element xmlns:xsd="http://www.w3.org/2001/XMLSchema" ref="ns2:MediaServiceGenerationTime" minOccurs="0"/>
                <xsd:element xmlns:xsd="http://www.w3.org/2001/XMLSchema" ref="ns3:SharedWithUsers" minOccurs="0"/>
                <xsd:element xmlns:xsd="http://www.w3.org/2001/XMLSchema" ref="ns3:SharedWithDetails" minOccurs="0"/>
                <xsd:element xmlns:xsd="http://www.w3.org/2001/XMLSchema" ref="ns2:MediaServiceAutoKeyPoints" minOccurs="0"/>
                <xsd:element xmlns:xsd="http://www.w3.org/2001/XMLSchema" ref="ns2:MediaServiceKeyPoints" minOccurs="0"/>
                <xsd:element xmlns:xsd="http://www.w3.org/2001/XMLSchema" ref="ns2:MediaServiceDateTaken" minOccurs="0"/>
                <xsd:element xmlns:xsd="http://www.w3.org/2001/XMLSchema" ref="ns1:_ip_UnifiedCompliancePolicyProperties" minOccurs="0"/>
                <xsd:element xmlns:xsd="http://www.w3.org/2001/XMLSchema" ref="ns1:_ip_UnifiedCompliancePolicyUIAction" minOccurs="0"/>
                <xsd:element xmlns:xsd="http://www.w3.org/2001/XMLSchema" ref="ns4:TaxCatchAll" minOccurs="0"/>
                <xsd:element xmlns:xsd="http://www.w3.org/2001/XMLSchema" ref="ns2:ImageTagsTaxHTField" minOccurs="0"/>
                <xsd:element xmlns:xsd="http://www.w3.org/2001/XMLSchema" ref="ns2:MediaServiceLocation" minOccurs="0"/>
                <xsd:element xmlns:xsd="http://www.w3.org/2001/XMLSchema" ref="ns2:MediaLengthInSeconds" minOccurs="0"/>
                <xsd:element xmlns:xsd="http://www.w3.org/2001/XMLSchema" ref="ns2:Background" minOccurs="0"/>
                <xsd:element xmlns:xsd="http://www.w3.org/2001/XMLSchema" ref="ns2:MediaServiceSearchProperties" minOccurs="0"/>
                <xsd:element xmlns:xsd="http://www.w3.org/2001/XMLSchema" ref="ns2:MediaServiceDocTags" minOccurs="0"/>
                <xsd:element xmlns:xsd="http://www.w3.org/2001/XMLSchema" ref="ns2:MediaServiceObjectDetectorVersions" minOccurs="0"/>
                <xsd:element xmlns:xsd="http://www.w3.org/2001/XMLSchema" ref="ns2:MediaServiceSystemTags" minOccurs="0"/>
              </xsd:all>
            </xsd:complexType>
          </xsd:element>
        </xsd:sequence>
      </xsd:complexType>
    </xsd:element>
  </xsd:schema>
  <xsd:schema xmlns:xsd="http://www.w3.org/2001/XMLSchema" targetNamespace="http://schemas.microsoft.com/sharepoint/v3"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0" ma:internalName="_ip_UnifiedCompliancePolicyProperties" ma:hidden="true" name="_ip_UnifiedCompliancePolicyProperties" ma:readOnly="false" ma:displayName="Unified Compliance Policy Properties">
      <xsd:simpleType xmlns:xsd="http://www.w3.org/2001/XMLSchema">
        <xsd:restriction xmlns:xsd="http://www.w3.org/2001/XMLSchema" base="dms:Note"/>
      </xsd:simpleType>
    </xsd:element>
    <xsd:element xmlns:xsd="http://www.w3.org/2001/XMLSchema" xmlns:ma="http://schemas.microsoft.com/office/2006/metadata/properties/metaAttributes" nillable="true" ma:index="21" ma:internalName="_ip_UnifiedCompliancePolicyUIAction" ma:hidden="true" name="_ip_UnifiedCompliancePolicyUIAction" ma:readOnly="false" ma:displayName="Unified Compliance Policy UI Action">
      <xsd:simpleType xmlns:xsd="http://www.w3.org/2001/XMLSchema">
        <xsd:restriction xmlns:xsd="http://www.w3.org/2001/XMLSchema" base="dms:Text"/>
      </xsd:simpleType>
    </xsd:element>
  </xsd:schema>
  <xsd:schema xmlns:xsd="http://www.w3.org/2001/XMLSchema" targetNamespace="71af3243-3dd4-4a8d-8c0d-dd76da1f02a5"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 ma:format="Dropdown" ma:internalName="Status" ma:default="Not started" name="Status" ma:readOnly="false" ma:displayName="Status">
      <xsd:simpleType xmlns:xsd="http://www.w3.org/2001/XMLSchema">
        <xsd:restriction xmlns:xsd="http://www.w3.org/2001/XMLSchema" base="dms:Choice">
          <xsd:enumeration xmlns:xsd="http://www.w3.org/2001/XMLSchema" value="Not started"/>
          <xsd:enumeration xmlns:xsd="http://www.w3.org/2001/XMLSchema" value="In Progress"/>
          <xsd:enumeration xmlns:xsd="http://www.w3.org/2001/XMLSchema" value="Completed"/>
        </xsd:restriction>
      </xsd:simpleType>
    </xsd:element>
    <xsd:element xmlns:xsd="http://www.w3.org/2001/XMLSchema" xmlns:ma="http://schemas.microsoft.com/office/2006/metadata/properties/metaAttributes" nillable="true" ma:index="3" ma:format="Image" ma:internalName="Image" name="Image" ma:readOnly="false" ma:displayName="Image">
      <xsd:complexType xmlns:xsd="http://www.w3.org/2001/XMLSchema">
        <xsd:complexContent xmlns:xsd="http://www.w3.org/2001/XMLSchema">
          <xsd:extension xmlns:xsd="http://www.w3.org/2001/XMLSchema" base="dms:URL">
            <xsd:sequence xmlns:xsd="http://www.w3.org/2001/XMLSchema">
              <xsd:element xmlns:xsd="http://www.w3.org/2001/XMLSchema" nillable="true" type="dms:ValidUrl" minOccurs="0" name="Url"/>
              <xsd:element xmlns:xsd="http://www.w3.org/2001/XMLSchema" nillable="true" type="xsd:string" name="Description"/>
            </xsd:sequence>
          </xsd:extension>
        </xsd:complexContent>
      </xsd:complexType>
    </xsd:element>
    <xsd:element xmlns:xsd="http://www.w3.org/2001/XMLSchema" xmlns:ma="http://schemas.microsoft.com/office/2006/metadata/properties/metaAttributes" nillable="true" ma:index="8" ma:internalName="MediaServiceMetadata" ma:hidden="true" name="MediaServiceMetadata" ma:readOnly="true" ma:displayName="MediaServiceMetadata">
      <xsd:simpleType xmlns:xsd="http://www.w3.org/2001/XMLSchema">
        <xsd:restriction xmlns:xsd="http://www.w3.org/2001/XMLSchema" base="dms:Note"/>
      </xsd:simpleType>
    </xsd:element>
    <xsd:element xmlns:xsd="http://www.w3.org/2001/XMLSchema" xmlns:ma="http://schemas.microsoft.com/office/2006/metadata/properties/metaAttributes" nillable="true" ma:index="9" ma:internalName="MediaServiceFastMetadata" ma:hidden="true" name="MediaServiceFastMetadata" ma:readOnly="true" ma:displayName="MediaServiceFastMetadata">
      <xsd:simpleType xmlns:xsd="http://www.w3.org/2001/XMLSchema">
        <xsd:restriction xmlns:xsd="http://www.w3.org/2001/XMLSchema" base="dms:Note"/>
      </xsd:simpleType>
    </xsd:element>
    <xsd:element xmlns:xsd="http://www.w3.org/2001/XMLSchema" xmlns:ma="http://schemas.microsoft.com/office/2006/metadata/properties/metaAttributes" nillable="true" ma:index="10" ma:internalName="MediaServiceOCR" ma:hidden="true" name="MediaServiceOCR" ma:readOnly="true" ma:displayName="MediaServiceOCR">
      <xsd:simpleType xmlns:xsd="http://www.w3.org/2001/XMLSchema">
        <xsd:restriction xmlns:xsd="http://www.w3.org/2001/XMLSchema" base="dms:Note"/>
      </xsd:simpleType>
    </xsd:element>
    <xsd:element xmlns:xsd="http://www.w3.org/2001/XMLSchema" xmlns:ma="http://schemas.microsoft.com/office/2006/metadata/properties/metaAttributes" nillable="true" ma:index="11" ma:internalName="MediaServiceAutoTags" ma:hidden="true" name="MediaServiceAutoTags" ma:readOnly="true" ma:displayName="MediaServiceAutoTags">
      <xsd:simpleType xmlns:xsd="http://www.w3.org/2001/XMLSchema">
        <xsd:restriction xmlns:xsd="http://www.w3.org/2001/XMLSchema" base="dms:Text"/>
      </xsd:simpleType>
    </xsd:element>
    <xsd:element xmlns:xsd="http://www.w3.org/2001/XMLSchema" xmlns:ma="http://schemas.microsoft.com/office/2006/metadata/properties/metaAttributes" nillable="true" ma:index="12" ma:internalName="MediaServiceEventHashCode" ma:hidden="true" name="MediaServiceEventHashCode" ma:readOnly="true" ma:displayName="MediaServiceEventHashCode">
      <xsd:simpleType xmlns:xsd="http://www.w3.org/2001/XMLSchema">
        <xsd:restriction xmlns:xsd="http://www.w3.org/2001/XMLSchema" base="dms:Text"/>
      </xsd:simpleType>
    </xsd:element>
    <xsd:element xmlns:xsd="http://www.w3.org/2001/XMLSchema" xmlns:ma="http://schemas.microsoft.com/office/2006/metadata/properties/metaAttributes" nillable="true" ma:index="13" ma:internalName="MediaServiceGenerationTime" ma:hidden="true" name="MediaServiceGenerationTime" ma:readOnly="true" ma:displayName="MediaServiceGenerationTime">
      <xsd:simpleType xmlns:xsd="http://www.w3.org/2001/XMLSchema">
        <xsd:restriction xmlns:xsd="http://www.w3.org/2001/XMLSchema" base="dms:Text"/>
      </xsd:simpleType>
    </xsd:element>
    <xsd:element xmlns:xsd="http://www.w3.org/2001/XMLSchema" xmlns:ma="http://schemas.microsoft.com/office/2006/metadata/properties/metaAttributes" nillable="true" ma:index="16" ma:internalName="MediaServiceAutoKeyPoints" ma:hidden="true" name="MediaServiceAutoKeyPoints" ma:readOnly="true" ma:displayName="MediaServiceAutoKeyPoints">
      <xsd:simpleType xmlns:xsd="http://www.w3.org/2001/XMLSchema">
        <xsd:restriction xmlns:xsd="http://www.w3.org/2001/XMLSchema" base="dms:Note"/>
      </xsd:simpleType>
    </xsd:element>
    <xsd:element xmlns:xsd="http://www.w3.org/2001/XMLSchema" xmlns:ma="http://schemas.microsoft.com/office/2006/metadata/properties/metaAttributes" nillable="true" ma:index="17" ma:internalName="MediaServiceKeyPoints" ma:hidden="true" name="MediaServiceKeyPoints" ma:readOnly="false" ma:displayName="KeyPoints">
      <xsd:simpleType xmlns:xsd="http://www.w3.org/2001/XMLSchema">
        <xsd:restriction xmlns:xsd="http://www.w3.org/2001/XMLSchema" base="dms:Note"/>
      </xsd:simpleType>
    </xsd:element>
    <xsd:element xmlns:xsd="http://www.w3.org/2001/XMLSchema" xmlns:ma="http://schemas.microsoft.com/office/2006/metadata/properties/metaAttributes" nillable="true" ma:index="18" ma:internalName="MediaServiceDateTaken" ma:hidden="true" name="MediaServiceDateTaken" ma:readOnly="true" ma:displayName="MediaServiceDateTaken">
      <xsd:simpleType xmlns:xsd="http://www.w3.org/2001/XMLSchema">
        <xsd:restriction xmlns:xsd="http://www.w3.org/2001/XMLSchema" base="dms:Text"/>
      </xsd:simpleType>
    </xsd:element>
    <xsd:element xmlns:xsd="http://www.w3.org/2001/XMLSchema" xmlns:ma="http://schemas.microsoft.com/office/2006/metadata/properties/metaAttributes" nillable="true" ma:fieldId="{5cf76f15-5ced-4ddc-b409-7134ff3c332f}" ma:index="25" ma:internalName="ImageTagsTaxHTField" ma:isKeyword="false" ma:termSetId="09814cd3-568e-fe90-9814-8d621ff8fb84" name="ImageTagsTaxHTField" ma:anchorId="fba54fb3-c3e1-fe81-a776-ca4b69148c4d" ma:readOnly="false" ma:taxonomyFieldName="MediaServiceImageTags" ma:displayName="Image Tags" ma:taxonomyMulti="true" ma:taxonomy="true" ma:sspId="e385fb40-52d4-4fae-9c5b-3e8ff8a5878e" ma:open="true">
      <xsd:complexType xmlns:xsd="http://www.w3.org/2001/XMLSchema">
        <xsd:sequence xmlns:xsd="http://www.w3.org/2001/XMLSchema">
          <xsd:element xmlns:xsd="http://www.w3.org/2001/XMLSchema" ref="pc:Terms" maxOccurs="1" minOccurs="0"/>
        </xsd:sequence>
      </xsd:complexType>
    </xsd:element>
    <xsd:element xmlns:xsd="http://www.w3.org/2001/XMLSchema" xmlns:ma="http://schemas.microsoft.com/office/2006/metadata/properties/metaAttributes" nillable="true" ma:index="26" ma:internalName="MediaServiceLocation" ma:hidden="true" name="MediaServiceLocation" ma:readOnly="true" ma:displayName="Location">
      <xsd:simpleType xmlns:xsd="http://www.w3.org/2001/XMLSchema">
        <xsd:restriction xmlns:xsd="http://www.w3.org/2001/XMLSchema" base="dms:Text"/>
      </xsd:simpleType>
    </xsd:element>
    <xsd:element xmlns:xsd="http://www.w3.org/2001/XMLSchema" xmlns:ma="http://schemas.microsoft.com/office/2006/metadata/properties/metaAttributes" nillable="true" ma:index="27" ma:internalName="MediaLengthInSeconds" ma:hidden="true" name="MediaLengthInSeconds" ma:readOnly="true" ma:displayName="MediaLengthInSeconds">
      <xsd:simpleType xmlns:xsd="http://www.w3.org/2001/XMLSchema">
        <xsd:restriction xmlns:xsd="http://www.w3.org/2001/XMLSchema" base="dms:Unknown"/>
      </xsd:simpleType>
    </xsd:element>
    <xsd:element xmlns:xsd="http://www.w3.org/2001/XMLSchema" xmlns:ma="http://schemas.microsoft.com/office/2006/metadata/properties/metaAttributes" nillable="true" ma:index="28" ma:format="Dropdown" ma:internalName="Background" ma:default="0" name="Background" ma:displayName="Background">
      <xsd:simpleType xmlns:xsd="http://www.w3.org/2001/XMLSchema">
        <xsd:restriction xmlns:xsd="http://www.w3.org/2001/XMLSchema" base="dms:Boolean"/>
      </xsd:simpleType>
    </xsd:element>
    <xsd:element xmlns:xsd="http://www.w3.org/2001/XMLSchema" xmlns:ma="http://schemas.microsoft.com/office/2006/metadata/properties/metaAttributes" nillable="true" ma:index="29" ma:internalName="MediaServiceSearchProperties" ma:hidden="true" name="MediaServiceSearchProperties" ma:readOnly="true" ma:displayName="MediaServiceSearchProperties">
      <xsd:simpleType xmlns:xsd="http://www.w3.org/2001/XMLSchema">
        <xsd:restriction xmlns:xsd="http://www.w3.org/2001/XMLSchema" base="dms:Note"/>
      </xsd:simpleType>
    </xsd:element>
    <xsd:element xmlns:xsd="http://www.w3.org/2001/XMLSchema" xmlns:ma="http://schemas.microsoft.com/office/2006/metadata/properties/metaAttributes" nillable="true" ma:index="30" ma:internalName="MediaServiceDocTags" ma:hidden="true" name="MediaServiceDocTags" ma:readOnly="true" ma:displayName="MediaServiceDocTags">
      <xsd:simpleType xmlns:xsd="http://www.w3.org/2001/XMLSchema">
        <xsd:restriction xmlns:xsd="http://www.w3.org/2001/XMLSchema" base="dms:Note"/>
      </xsd:simpleType>
    </xsd:element>
    <xsd:element xmlns:xsd="http://www.w3.org/2001/XMLSchema" xmlns:ma="http://schemas.microsoft.com/office/2006/metadata/properties/metaAttributes" nillable="true" ma:index="31" ma:indexed="true" ma:internalName="MediaServiceObjectDetectorVersions" ma:hidden="true" name="MediaServiceObjectDetectorVersions" ma:readOnly="true" ma:displayName="MediaServiceObjectDetectorVersions" ma:description="">
      <xsd:simpleType xmlns:xsd="http://www.w3.org/2001/XMLSchema">
        <xsd:restriction xmlns:xsd="http://www.w3.org/2001/XMLSchema" base="dms:Text"/>
      </xsd:simpleType>
    </xsd:element>
    <xsd:element xmlns:xsd="http://www.w3.org/2001/XMLSchema" xmlns:ma="http://schemas.microsoft.com/office/2006/metadata/properties/metaAttributes" nillable="true" ma:index="32" ma:internalName="MediaServiceSystemTags" ma:hidden="true" name="MediaServiceSystemTags" ma:readOnly="true" ma:displayName="MediaServiceSystemTags">
      <xsd:simpleType xmlns:xsd="http://www.w3.org/2001/XMLSchema">
        <xsd:restriction xmlns:xsd="http://www.w3.org/2001/XMLSchema" base="dms:Note"/>
      </xsd:simpleType>
    </xsd:element>
  </xsd:schema>
  <xsd:schema xmlns:xsd="http://www.w3.org/2001/XMLSchema" targetNamespace="16c05727-aa75-4e4a-9b5f-8a80a1165891"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14" ma:internalName="SharedWithUsers" ma:hidden="true" name="SharedWithUsers" ma:readOnly="true" ma:displayName="Shared With">
      <xsd:complexType xmlns:xsd="http://www.w3.org/2001/XMLSchema">
        <xsd:complexContent xmlns:xsd="http://www.w3.org/2001/XMLSchema">
          <xsd:extension xmlns:xsd="http://www.w3.org/2001/XMLSchema" base="dms:UserMulti">
            <xsd:sequence xmlns:xsd="http://www.w3.org/2001/XMLSchema">
              <xsd:element xmlns:xsd="http://www.w3.org/2001/XMLSchema" maxOccurs="unbounded" minOccurs="0" name="UserInfo">
                <xsd:complexType xmlns:xsd="http://www.w3.org/2001/XMLSchema">
                  <xsd:sequence xmlns:xsd="http://www.w3.org/2001/XMLSchema">
                    <xsd:element xmlns:xsd="http://www.w3.org/2001/XMLSchema" type="xsd:string" minOccurs="0" name="DisplayName"/>
                    <xsd:element xmlns:xsd="http://www.w3.org/2001/XMLSchema" nillable="true" type="dms:UserId" minOccurs="0" name="AccountId"/>
                    <xsd:element xmlns:xsd="http://www.w3.org/2001/XMLSchema" type="xsd:string" minOccurs="0" name="AccountType"/>
                  </xsd:sequence>
                </xsd:complexType>
              </xsd:element>
            </xsd:sequence>
          </xsd:extension>
        </xsd:complexContent>
      </xsd:complexType>
    </xsd:element>
    <xsd:element xmlns:xsd="http://www.w3.org/2001/XMLSchema" xmlns:ma="http://schemas.microsoft.com/office/2006/metadata/properties/metaAttributes" nillable="true" ma:index="15" ma:internalName="SharedWithDetails" ma:hidden="true" name="SharedWithDetails" ma:readOnly="true" ma:displayName="Shared With Details">
      <xsd:simpleType xmlns:xsd="http://www.w3.org/2001/XMLSchema">
        <xsd:restriction xmlns:xsd="http://www.w3.org/2001/XMLSchema" base="dms:Note"/>
      </xsd:simpleType>
    </xsd:element>
  </xsd:schema>
  <xsd:schema xmlns:xsd="http://www.w3.org/2001/XMLSchema" targetNamespace="230e9df3-be65-4c73-a93b-d1236ebd677e"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3" ma:showField="CatchAllData" ma:internalName="TaxCatchAll" ma:hidden="true" name="TaxCatchAll" ma:readOnly="false" ma:displayName="Taxonomy Catch All Column" ma:web="16c05727-aa75-4e4a-9b5f-8a80a1165891" ma:list="{3f6bfcbc-3db3-4ae6-bd76-326f0798ad28}">
      <xsd:complexType xmlns:xsd="http://www.w3.org/2001/XMLSchema">
        <xsd:complexContent xmlns:xsd="http://www.w3.org/2001/XMLSchema">
          <xsd:extension xmlns:xsd="http://www.w3.org/2001/XMLSchema" base="dms:MultiChoiceLookup">
            <xsd:sequence xmlns:xsd="http://www.w3.org/2001/XMLSchema">
              <xsd:element xmlns:xsd="http://www.w3.org/2001/XMLSchema" nillable="true" type="dms:Lookup" maxOccurs="unbounded" minOccurs="0" name="Value"/>
            </xsd:sequence>
          </xsd:extension>
        </xsd:complexContent>
      </xsd:complexType>
    </xsd:element>
  </xsd:schema>
  <xsd:schema xmlns:xsd="http://www.w3.org/2001/XMLSchema" blockDefault="#all" targetNamespace="http://schemas.openxmlformats.org/package/2006/metadata/core-properties" elementFormDefault="qualified" attributeFormDefault="unqualified">
    <xsd:import xmlns:xsd="http://www.w3.org/2001/XMLSchema" namespace="http://purl.org/dc/elements/1.1/" schemaLocation="http://dublincore.org/schemas/xmls/qdc/2003/04/02/dc.xsd"/>
    <xsd:import xmlns:xsd="http://www.w3.org/2001/XMLSchema" namespace="http://purl.org/dc/terms/" schemaLocation="http://dublincore.org/schemas/xmls/qdc/2003/04/02/dcterms.xsd"/>
    <xsd:element xmlns:xsd="http://www.w3.org/2001/XMLSchema" type="CT_coreProperties" name="coreProperties"/>
    <xsd:complexType xmlns:xsd="http://www.w3.org/2001/XMLSchema" name="CT_coreProperties">
      <xsd:all xmlns:xsd="http://www.w3.org/2001/XMLSchema">
        <xsd:element xmlns:xsd="http://www.w3.org/2001/XMLSchema" ref="dc:creator" maxOccurs="1" minOccurs="0"/>
        <xsd:element xmlns:xsd="http://www.w3.org/2001/XMLSchema" ref="dcterms:created" maxOccurs="1" minOccurs="0"/>
        <xsd:element xmlns:xsd="http://www.w3.org/2001/XMLSchema" ref="dc:identifier" maxOccurs="1" minOccurs="0"/>
        <xsd:element xmlns:xsd="http://www.w3.org/2001/XMLSchema" xmlns:ma="http://schemas.microsoft.com/office/2006/metadata/properties/metaAttributes" type="xsd:string" maxOccurs="1" minOccurs="0" name="contentType" ma:displayName="Content Type"/>
        <xsd:element xmlns:xsd="http://www.w3.org/2001/XMLSchema" xmlns:ma="http://schemas.microsoft.com/office/2006/metadata/properties/metaAttributes" ma:index="1" ref="dc:title" maxOccurs="1" minOccurs="0" ma:displayName="Title"/>
        <xsd:element xmlns:xsd="http://www.w3.org/2001/XMLSchema" ref="dc:subject" maxOccurs="1" minOccurs="0"/>
        <xsd:element xmlns:xsd="http://www.w3.org/2001/XMLSchema" ref="dc:description" maxOccurs="1" minOccurs="0"/>
        <xsd:element xmlns:xsd="http://www.w3.org/2001/XMLSchema" type="xsd:string" maxOccurs="1" minOccurs="0" name="keywords"/>
        <xsd:element xmlns:xsd="http://www.w3.org/2001/XMLSchema" ref="dc:language" maxOccurs="1" minOccurs="0"/>
        <xsd:element xmlns:xsd="http://www.w3.org/2001/XMLSchema" type="xsd:string" maxOccurs="1" minOccurs="0" name="category"/>
        <xsd:element xmlns:xsd="http://www.w3.org/2001/XMLSchema" type="xsd:string" maxOccurs="1" minOccurs="0" name="version"/>
        <xsd:element xmlns:xsd="http://www.w3.org/2001/XMLSchema" type="xsd:string" maxOccurs="1" minOccurs="0" name="revision">
          <xsd:annotation xmlns:xsd="http://www.w3.org/2001/XMLSchema">
            <xsd:documentation xmlns:xsd="http://www.w3.org/2001/XMLSchema">
                        This value indicates the number of saves or revisions. The application is responsible for updating this value after each revision.
                    </xsd:documentation>
          </xsd:annotation>
        </xsd:element>
        <xsd:element xmlns:xsd="http://www.w3.org/2001/XMLSchema" type="xsd:string" maxOccurs="1" minOccurs="0" name="lastModifiedBy"/>
        <xsd:element xmlns:xsd="http://www.w3.org/2001/XMLSchema" ref="dcterms:modified" maxOccurs="1" minOccurs="0"/>
        <xsd:element xmlns:xsd="http://www.w3.org/2001/XMLSchema" type="xsd:string" maxOccurs="1" minOccurs="0" name="contentStatus"/>
      </xsd:all>
    </xsd:complexType>
  </xsd:schema>
  <xs:schema xmlns:xs="http://www.w3.org/2001/XMLSchema" targetNamespace="http://schemas.microsoft.com/office/infopath/2007/PartnerControls" elementFormDefault="qualified" attributeFormDefault="unqualified">
    <xs:element xmlns:xs="http://www.w3.org/2001/XMLSchema" name="Person">
      <xs:complexType xmlns:xs="http://www.w3.org/2001/XMLSchema">
        <xs:sequence xmlns:xs="http://www.w3.org/2001/XMLSchema">
          <xs:element xmlns:xs="http://www.w3.org/2001/XMLSchema" ref="pc:DisplayName" minOccurs="0"/>
          <xs:element xmlns:xs="http://www.w3.org/2001/XMLSchema" ref="pc:AccountId" minOccurs="0"/>
          <xs:element xmlns:xs="http://www.w3.org/2001/XMLSchema" ref="pc:AccountType" minOccurs="0"/>
        </xs:sequence>
      </xs:complexType>
    </xs:element>
    <xs:element xmlns:xs="http://www.w3.org/2001/XMLSchema" type="xs:string" name="DisplayName"/>
    <xs:element xmlns:xs="http://www.w3.org/2001/XMLSchema" type="xs:string" name="AccountId"/>
    <xs:element xmlns:xs="http://www.w3.org/2001/XMLSchema" type="xs:string" name="AccountType"/>
    <xs:element xmlns:xs="http://www.w3.org/2001/XMLSchema" name="BDCAssociatedEntity">
      <xs:complexType xmlns:xs="http://www.w3.org/2001/XMLSchema">
        <xs:sequence xmlns:xs="http://www.w3.org/2001/XMLSchema">
          <xs:element xmlns:xs="http://www.w3.org/2001/XMLSchema" ref="pc:BDCEntity" maxOccurs="unbounded" minOccurs="0"/>
        </xs:sequence>
        <xs:attribute xmlns:xs="http://www.w3.org/2001/XMLSchema" ref="pc:EntityNamespace"/>
        <xs:attribute xmlns:xs="http://www.w3.org/2001/XMLSchema" ref="pc:EntityName"/>
        <xs:attribute xmlns:xs="http://www.w3.org/2001/XMLSchema" ref="pc:SystemInstanceName"/>
        <xs:attribute xmlns:xs="http://www.w3.org/2001/XMLSchema" ref="pc:AssociationName"/>
      </xs:complexType>
    </xs:element>
    <xs:attribute xmlns:xs="http://www.w3.org/2001/XMLSchema" type="xs:string" name="EntityNamespace"/>
    <xs:attribute xmlns:xs="http://www.w3.org/2001/XMLSchema" type="xs:string" name="EntityName"/>
    <xs:attribute xmlns:xs="http://www.w3.org/2001/XMLSchema" type="xs:string" name="SystemInstanceName"/>
    <xs:attribute xmlns:xs="http://www.w3.org/2001/XMLSchema" type="xs:string" name="AssociationName"/>
    <xs:element xmlns:xs="http://www.w3.org/2001/XMLSchema" name="BDCEntity">
      <xs:complexType xmlns:xs="http://www.w3.org/2001/XMLSchema">
        <xs:sequence xmlns:xs="http://www.w3.org/2001/XMLSchema">
          <xs:element xmlns:xs="http://www.w3.org/2001/XMLSchema" ref="pc:EntityDisplayName" minOccurs="0"/>
          <xs:element xmlns:xs="http://www.w3.org/2001/XMLSchema" ref="pc:EntityInstanceReference" minOccurs="0"/>
          <xs:element xmlns:xs="http://www.w3.org/2001/XMLSchema" ref="pc:EntityId1" minOccurs="0"/>
          <xs:element xmlns:xs="http://www.w3.org/2001/XMLSchema" ref="pc:EntityId2" minOccurs="0"/>
          <xs:element xmlns:xs="http://www.w3.org/2001/XMLSchema" ref="pc:EntityId3" minOccurs="0"/>
          <xs:element xmlns:xs="http://www.w3.org/2001/XMLSchema" ref="pc:EntityId4" minOccurs="0"/>
          <xs:element xmlns:xs="http://www.w3.org/2001/XMLSchema" ref="pc:EntityId5" minOccurs="0"/>
        </xs:sequence>
      </xs:complexType>
    </xs:element>
    <xs:element xmlns:xs="http://www.w3.org/2001/XMLSchema" type="xs:string" name="EntityDisplayName"/>
    <xs:element xmlns:xs="http://www.w3.org/2001/XMLSchema" type="xs:string" name="EntityInstanceReference"/>
    <xs:element xmlns:xs="http://www.w3.org/2001/XMLSchema" type="xs:string" name="EntityId1"/>
    <xs:element xmlns:xs="http://www.w3.org/2001/XMLSchema" type="xs:string" name="EntityId2"/>
    <xs:element xmlns:xs="http://www.w3.org/2001/XMLSchema" type="xs:string" name="EntityId3"/>
    <xs:element xmlns:xs="http://www.w3.org/2001/XMLSchema" type="xs:string" name="EntityId4"/>
    <xs:element xmlns:xs="http://www.w3.org/2001/XMLSchema" type="xs:string" name="EntityId5"/>
    <xs:element xmlns:xs="http://www.w3.org/2001/XMLSchema" name="Terms">
      <xs:complexType xmlns:xs="http://www.w3.org/2001/XMLSchema">
        <xs:sequence xmlns:xs="http://www.w3.org/2001/XMLSchema">
          <xs:element xmlns:xs="http://www.w3.org/2001/XMLSchema" ref="pc:TermInfo" maxOccurs="unbounded" minOccurs="0"/>
        </xs:sequence>
      </xs:complexType>
    </xs:element>
    <xs:element xmlns:xs="http://www.w3.org/2001/XMLSchema" name="TermInfo">
      <xs:complexType xmlns:xs="http://www.w3.org/2001/XMLSchema">
        <xs:sequence xmlns:xs="http://www.w3.org/2001/XMLSchema">
          <xs:element xmlns:xs="http://www.w3.org/2001/XMLSchema" ref="pc:TermName" minOccurs="0"/>
          <xs:element xmlns:xs="http://www.w3.org/2001/XMLSchema" ref="pc:TermId" minOccurs="0"/>
        </xs:sequence>
      </xs:complexType>
    </xs:element>
    <xs:element xmlns:xs="http://www.w3.org/2001/XMLSchema" type="xs:string" name="TermName"/>
    <xs:element xmlns:xs="http://www.w3.org/2001/XMLSchema" type="xs:string" name="TermId"/>
  </xs:schema>
</ct:contentTypeSchema>
</file>

<file path=customXml/item2.xml><?xml version="1.0" encoding="utf-8"?>
<?mso-contentType ?>
<FormTemplates xmlns="http://schemas.microsoft.com/sharepoint/v3/contenttype/forms">
  <Display xmlns="http://schemas.microsoft.com/sharepoint/v3/contenttype/forms">DocumentLibraryForm</Display>
  <Edit xmlns="http://schemas.microsoft.com/sharepoint/v3/contenttype/forms">DocumentLibraryForm</Edit>
  <New xmlns="http://schemas.microsoft.com/sharepoint/v3/contenttype/forms">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_ip_UnifiedCompliancePolicyUIAction xmlns="http://schemas.microsoft.com/sharepoint/v3" xmlns:xsi="http://www.w3.org/2001/XMLSchema-instance" xsi:nil="true"/>
    <Image xmlns="71af3243-3dd4-4a8d-8c0d-dd76da1f02a5">
      <Url xmlns="71af3243-3dd4-4a8d-8c0d-dd76da1f02a5" xmlns:xsi="http://www.w3.org/2001/XMLSchema-instance" xsi:nil="true"/>
      <Description xmlns="71af3243-3dd4-4a8d-8c0d-dd76da1f02a5" xmlns:xsi="http://www.w3.org/2001/XMLSchema-instance" xsi:nil="true"/>
    </Image>
    <Status xmlns="71af3243-3dd4-4a8d-8c0d-dd76da1f02a5">Not started</Status>
    <Background xmlns="71af3243-3dd4-4a8d-8c0d-dd76da1f02a5">false</Background>
    <_ip_UnifiedCompliancePolicyProperties xmlns="http://schemas.microsoft.com/sharepoint/v3" xmlns:xsi="http://www.w3.org/2001/XMLSchema-instance" xsi:nil="true"/>
    <ImageTagsTaxHTField xmlns="71af3243-3dd4-4a8d-8c0d-dd76da1f02a5">
      <Terms xmlns="http://schemas.microsoft.com/office/infopath/2007/PartnerControls"/>
    </ImageTagsTaxHTField>
    <TaxCatchAll xmlns="230e9df3-be65-4c73-a93b-d1236ebd677e" xmlns:xsi="http://www.w3.org/2001/XMLSchema-instance" xsi:nil="true"/>
    <MediaServiceKeyPoints xmlns="71af3243-3dd4-4a8d-8c0d-dd76da1f02a5" xmlns:xsi="http://www.w3.org/2001/XMLSchema-instance" xsi:nil="true"/>
  </documentManagement>
</p:properties>
</file>

<file path=customXml/itemProps1.xml><?xml version="1.0" encoding="utf-8"?>
<ds:datastoreItem xmlns:ds="http://schemas.openxmlformats.org/officeDocument/2006/customXml" ds:itemID="{A29436BC-77AE-4AEE-A282-4E162A1CAA7D}">
  <ds:schemaRefs/>
</ds:datastoreItem>
</file>

<file path=customXml/itemProps2.xml><?xml version="1.0" encoding="utf-8"?>
<ds:datastoreItem xmlns:ds="http://schemas.openxmlformats.org/officeDocument/2006/customXml" ds:itemID="{5B665E41-66EB-401D-940D-8E7024721BE5}">
  <ds:schemaRefs/>
</ds:datastoreItem>
</file>

<file path=customXml/itemProps3.xml><?xml version="1.0" encoding="utf-8"?>
<ds:datastoreItem xmlns:ds="http://schemas.openxmlformats.org/officeDocument/2006/customXml" ds:itemID="{E3B37DAF-AFAF-4561-A80B-C76198EBD319}">
  <ds:schemaRefs/>
</ds:datastoreItem>
</file>

<file path=docProps/app.xml><?xml version="1.0" encoding="utf-8"?>
<Properties xmlns="http://schemas.openxmlformats.org/officeDocument/2006/extended-properties" xmlns:vt="http://schemas.openxmlformats.org/officeDocument/2006/docPropsVTypes">
  <Template>偏移设计</Template>
  <TotalTime>0</TotalTime>
  <Words>721</Words>
  <Application>WPS 演示</Application>
  <PresentationFormat>宽屏</PresentationFormat>
  <Paragraphs>175</Paragraphs>
  <Slides>10</Slides>
  <Notes>13</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10</vt:i4>
      </vt:variant>
    </vt:vector>
  </HeadingPairs>
  <TitlesOfParts>
    <vt:vector size="26" baseType="lpstr">
      <vt:lpstr>Arial</vt:lpstr>
      <vt:lpstr>宋体</vt:lpstr>
      <vt:lpstr>Wingdings</vt:lpstr>
      <vt:lpstr>Wingdings 2</vt:lpstr>
      <vt:lpstr>FTToken2</vt:lpstr>
      <vt:lpstr>Times New Roman</vt:lpstr>
      <vt:lpstr>Microsoft YaHei UI</vt:lpstr>
      <vt:lpstr>Helvetica Neue Medium</vt:lpstr>
      <vt:lpstr>Microsoft YaHei UI</vt:lpstr>
      <vt:lpstr>Noto Sans CJK JP</vt:lpstr>
      <vt:lpstr>鸿蒙黑体</vt:lpstr>
      <vt:lpstr>微软雅黑</vt:lpstr>
      <vt:lpstr>方正雅意黑 GB18030L2 R</vt:lpstr>
      <vt:lpstr>宋体</vt:lpstr>
      <vt:lpstr>Arial Unicode MS</vt:lpstr>
      <vt:lpstr>OffsetVTI</vt:lpstr>
      <vt:lpstr>基本演示</vt:lpstr>
      <vt:lpstr>议程</vt:lpstr>
      <vt:lpstr>克服紧张</vt:lpstr>
      <vt:lpstr>吸引受众</vt:lpstr>
      <vt:lpstr>有效演讲技巧</vt:lpstr>
      <vt:lpstr>导航问答环节</vt:lpstr>
      <vt:lpstr>活力演讲 </vt:lpstr>
      <vt:lpstr>我们的竞争对手 </vt:lpstr>
      <vt:lpstr>演讲参与度指标</vt:lpstr>
      <vt:lpstr>谢谢</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基本演示</dc:title>
  <dc:creator>Caris Cui</dc:creator>
  <cp:lastModifiedBy>Winnie</cp:lastModifiedBy>
  <cp:revision>2</cp:revision>
  <dcterms:created xsi:type="dcterms:W3CDTF">2026-10-09T01:42:24Z</dcterms:created>
  <dcterms:modified xsi:type="dcterms:W3CDTF">2026-10-09T01:42:24Z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FD1D47964B15FAE97F46C86AC2E9E54B_43</vt:lpwstr>
  </property>
  <property fmtid="{D5CDD505-2E9C-101B-9397-08002B2CF9AE}" pid="4" name="KSOProductBuildVer">
    <vt:lpwstr>2052-12.1.3.24702</vt:lpwstr>
  </property>
</Properties>
</file>